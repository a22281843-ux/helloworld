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2" r:id="rId2"/>
    <p:sldMasterId id="2147483673" r:id="rId3"/>
    <p:sldMasterId id="2147483686" r:id="rId4"/>
  </p:sldMasterIdLst>
  <p:notesMasterIdLst>
    <p:notesMasterId r:id="rId26"/>
  </p:notesMasterIdLst>
  <p:sldIdLst>
    <p:sldId id="925" r:id="rId5"/>
    <p:sldId id="425" r:id="rId6"/>
    <p:sldId id="260" r:id="rId7"/>
    <p:sldId id="261" r:id="rId8"/>
    <p:sldId id="322" r:id="rId9"/>
    <p:sldId id="510" r:id="rId10"/>
    <p:sldId id="934" r:id="rId11"/>
    <p:sldId id="937" r:id="rId12"/>
    <p:sldId id="938" r:id="rId13"/>
    <p:sldId id="939" r:id="rId14"/>
    <p:sldId id="927" r:id="rId15"/>
    <p:sldId id="943" r:id="rId16"/>
    <p:sldId id="945" r:id="rId17"/>
    <p:sldId id="946" r:id="rId18"/>
    <p:sldId id="947" r:id="rId19"/>
    <p:sldId id="948" r:id="rId20"/>
    <p:sldId id="949" r:id="rId21"/>
    <p:sldId id="950" r:id="rId22"/>
    <p:sldId id="951" r:id="rId23"/>
    <p:sldId id="952" r:id="rId24"/>
    <p:sldId id="262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hJCNWuSffmt2sbO+d+Pio8wPkKo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m Seonghun" initials="KS" lastIdx="1" clrIdx="0">
    <p:extLst>
      <p:ext uri="{19B8F6BF-5375-455C-9EA6-DF929625EA0E}">
        <p15:presenceInfo xmlns:p15="http://schemas.microsoft.com/office/powerpoint/2012/main" userId="f6b9d4499d9bcee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7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42" Type="http://customschemas.google.com/relationships/presentationmetadata" Target="meta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43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954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46570472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6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Layouts/_rels/slideLayout19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2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2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2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23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2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26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3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32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3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3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40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41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_rels/slideLayout4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TplP" Type="http://schemas.openxmlformats.org/officeDocument/2006/relationships/image" Target="../media/tplpanel.png"/><Relationship Id="rIdTplL" Type="http://schemas.openxmlformats.org/officeDocument/2006/relationships/image" Target="../media/tpllogo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16" name="Google Shape;16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5" name="Google Shape;2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0590" y="2612722"/>
            <a:ext cx="7406098" cy="4165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빈 화면">
  <p:cSld name="7_빈 화면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45" name="Google Shape;45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54" name="Google Shape;54;p62"/>
          <p:cNvSpPr/>
          <p:nvPr/>
        </p:nvSpPr>
        <p:spPr>
          <a:xfrm>
            <a:off x="2058187" y="1977656"/>
            <a:ext cx="8075628" cy="3963116"/>
          </a:xfrm>
          <a:prstGeom prst="roundRect">
            <a:avLst>
              <a:gd name="adj" fmla="val 6990"/>
            </a:avLst>
          </a:prstGeom>
          <a:solidFill>
            <a:srgbClr val="2376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2"/>
          <p:cNvSpPr/>
          <p:nvPr/>
        </p:nvSpPr>
        <p:spPr>
          <a:xfrm>
            <a:off x="3433482" y="1583344"/>
            <a:ext cx="5325036" cy="69201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2"/>
          <p:cNvSpPr txBox="1">
            <a:spLocks noGrp="1"/>
          </p:cNvSpPr>
          <p:nvPr>
            <p:ph type="body" idx="1"/>
          </p:nvPr>
        </p:nvSpPr>
        <p:spPr>
          <a:xfrm>
            <a:off x="3720790" y="1705702"/>
            <a:ext cx="4777752" cy="447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빈 화면">
  <p:cSld name="1_빈 화면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58" name="Google Shape;58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67" name="Google Shape;67;p63"/>
          <p:cNvPicPr preferRelativeResize="0"/>
          <p:nvPr/>
        </p:nvPicPr>
        <p:blipFill rotWithShape="1">
          <a:blip r:embed="rId3">
            <a:alphaModFix/>
          </a:blip>
          <a:srcRect r="10722"/>
          <a:stretch/>
        </p:blipFill>
        <p:spPr>
          <a:xfrm>
            <a:off x="6949320" y="3672413"/>
            <a:ext cx="4809294" cy="303011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3"/>
          <p:cNvSpPr/>
          <p:nvPr/>
        </p:nvSpPr>
        <p:spPr>
          <a:xfrm>
            <a:off x="1419224" y="2122585"/>
            <a:ext cx="8886602" cy="1989982"/>
          </a:xfrm>
          <a:prstGeom prst="roundRect">
            <a:avLst>
              <a:gd name="adj" fmla="val 16721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3"/>
          <p:cNvSpPr txBox="1">
            <a:spLocks noGrp="1"/>
          </p:cNvSpPr>
          <p:nvPr>
            <p:ph type="body" idx="1"/>
          </p:nvPr>
        </p:nvSpPr>
        <p:spPr>
          <a:xfrm>
            <a:off x="1669860" y="2510205"/>
            <a:ext cx="4820059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600"/>
              <a:buNone/>
              <a:defRPr sz="36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body" idx="2"/>
          </p:nvPr>
        </p:nvSpPr>
        <p:spPr>
          <a:xfrm>
            <a:off x="1669860" y="3406452"/>
            <a:ext cx="3956798" cy="42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800"/>
              <a:buNone/>
              <a:defRPr sz="2800" b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63"/>
          <p:cNvSpPr/>
          <p:nvPr/>
        </p:nvSpPr>
        <p:spPr>
          <a:xfrm>
            <a:off x="1419224" y="1778705"/>
            <a:ext cx="1990584" cy="445921"/>
          </a:xfrm>
          <a:prstGeom prst="roundRect">
            <a:avLst>
              <a:gd name="adj" fmla="val 50000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3"/>
          <p:cNvSpPr/>
          <p:nvPr/>
        </p:nvSpPr>
        <p:spPr>
          <a:xfrm>
            <a:off x="2913260" y="1440553"/>
            <a:ext cx="977900" cy="977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3"/>
          <p:cNvSpPr txBox="1">
            <a:spLocks noGrp="1"/>
          </p:cNvSpPr>
          <p:nvPr>
            <p:ph type="body" idx="3"/>
          </p:nvPr>
        </p:nvSpPr>
        <p:spPr>
          <a:xfrm>
            <a:off x="2866129" y="1540724"/>
            <a:ext cx="89533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63"/>
          <p:cNvSpPr txBox="1"/>
          <p:nvPr/>
        </p:nvSpPr>
        <p:spPr>
          <a:xfrm>
            <a:off x="1380090" y="1762961"/>
            <a:ext cx="164056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빈 화면">
  <p:cSld name="4_빈 화면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76" name="Google Shape;76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4" name="Google Shape;84;p64"/>
          <p:cNvSpPr/>
          <p:nvPr/>
        </p:nvSpPr>
        <p:spPr>
          <a:xfrm>
            <a:off x="1580572" y="2655245"/>
            <a:ext cx="9020090" cy="1472871"/>
          </a:xfrm>
          <a:prstGeom prst="roundRect">
            <a:avLst>
              <a:gd name="adj" fmla="val 16721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4"/>
          <p:cNvSpPr txBox="1">
            <a:spLocks noGrp="1"/>
          </p:cNvSpPr>
          <p:nvPr>
            <p:ph type="body" idx="1"/>
          </p:nvPr>
        </p:nvSpPr>
        <p:spPr>
          <a:xfrm>
            <a:off x="1814490" y="3042865"/>
            <a:ext cx="8552254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600"/>
              <a:buNone/>
              <a:defRPr sz="36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64"/>
          <p:cNvSpPr/>
          <p:nvPr/>
        </p:nvSpPr>
        <p:spPr>
          <a:xfrm>
            <a:off x="1580572" y="1973213"/>
            <a:ext cx="977900" cy="977900"/>
          </a:xfrm>
          <a:prstGeom prst="ellipse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4"/>
          <p:cNvSpPr txBox="1">
            <a:spLocks noGrp="1"/>
          </p:cNvSpPr>
          <p:nvPr>
            <p:ph type="body" idx="2"/>
          </p:nvPr>
        </p:nvSpPr>
        <p:spPr>
          <a:xfrm>
            <a:off x="1399186" y="2073384"/>
            <a:ext cx="11144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빈 화면">
  <p:cSld name="8_빈 화면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89" name="Google Shape;89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8" name="Google Shape;98;p65"/>
          <p:cNvSpPr/>
          <p:nvPr/>
        </p:nvSpPr>
        <p:spPr>
          <a:xfrm>
            <a:off x="868665" y="1061346"/>
            <a:ext cx="4841019" cy="616506"/>
          </a:xfrm>
          <a:prstGeom prst="roundRect">
            <a:avLst>
              <a:gd name="adj" fmla="val 27536"/>
            </a:avLst>
          </a:prstGeom>
          <a:solidFill>
            <a:srgbClr val="BBD6EE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5"/>
          <p:cNvSpPr txBox="1">
            <a:spLocks noGrp="1"/>
          </p:cNvSpPr>
          <p:nvPr>
            <p:ph type="body" idx="1"/>
          </p:nvPr>
        </p:nvSpPr>
        <p:spPr>
          <a:xfrm>
            <a:off x="868665" y="1149337"/>
            <a:ext cx="4841019" cy="447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빈 화면">
  <p:cSld name="6_빈 화면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111" name="Google Shape;111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20" name="Google Shape;120;p67"/>
          <p:cNvSpPr/>
          <p:nvPr/>
        </p:nvSpPr>
        <p:spPr>
          <a:xfrm>
            <a:off x="-1846556" y="1682307"/>
            <a:ext cx="8566333" cy="4095759"/>
          </a:xfrm>
          <a:prstGeom prst="roundRect">
            <a:avLst>
              <a:gd name="adj" fmla="val 43250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7"/>
          <p:cNvSpPr txBox="1">
            <a:spLocks noGrp="1"/>
          </p:cNvSpPr>
          <p:nvPr>
            <p:ph type="body" idx="1"/>
          </p:nvPr>
        </p:nvSpPr>
        <p:spPr>
          <a:xfrm>
            <a:off x="596650" y="3847600"/>
            <a:ext cx="4942915" cy="53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68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  <a:defRPr sz="32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67"/>
          <p:cNvSpPr txBox="1">
            <a:spLocks noGrp="1"/>
          </p:cNvSpPr>
          <p:nvPr>
            <p:ph type="body" idx="2"/>
          </p:nvPr>
        </p:nvSpPr>
        <p:spPr>
          <a:xfrm>
            <a:off x="596650" y="3021120"/>
            <a:ext cx="4772794" cy="53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68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3" name="Google Shape;123;p67"/>
          <p:cNvPicPr preferRelativeResize="0"/>
          <p:nvPr/>
        </p:nvPicPr>
        <p:blipFill rotWithShape="1">
          <a:blip r:embed="rId3">
            <a:alphaModFix/>
          </a:blip>
          <a:srcRect r="6253"/>
          <a:stretch/>
        </p:blipFill>
        <p:spPr>
          <a:xfrm>
            <a:off x="5869173" y="2809079"/>
            <a:ext cx="5980393" cy="3588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6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7" name="Google Shape;127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6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1"/>
          <p:cNvSpPr txBox="1">
            <a:spLocks noGrp="1"/>
          </p:cNvSpPr>
          <p:nvPr>
            <p:ph type="title"/>
          </p:nvPr>
        </p:nvSpPr>
        <p:spPr>
          <a:xfrm>
            <a:off x="975431" y="637305"/>
            <a:ext cx="10606969" cy="4305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71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71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71"/>
          <p:cNvSpPr txBox="1">
            <a:spLocks noGrp="1"/>
          </p:cNvSpPr>
          <p:nvPr>
            <p:ph type="sldNum" idx="12"/>
          </p:nvPr>
        </p:nvSpPr>
        <p:spPr>
          <a:xfrm>
            <a:off x="8737600" y="640394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 type="title">
  <p:cSld name="TITL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2"/>
          <p:cNvSpPr txBox="1"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52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68" name="Google Shape;168;p52"/>
          <p:cNvGrpSpPr/>
          <p:nvPr/>
        </p:nvGrpSpPr>
        <p:grpSpPr>
          <a:xfrm>
            <a:off x="331440" y="301853"/>
            <a:ext cx="11529135" cy="6259297"/>
            <a:chOff x="248575" y="301841"/>
            <a:chExt cx="8646851" cy="6259297"/>
          </a:xfrm>
        </p:grpSpPr>
        <p:sp>
          <p:nvSpPr>
            <p:cNvPr id="169" name="Google Shape;169;p52"/>
            <p:cNvSpPr/>
            <p:nvPr/>
          </p:nvSpPr>
          <p:spPr>
            <a:xfrm>
              <a:off x="248575" y="301841"/>
              <a:ext cx="8646851" cy="6259297"/>
            </a:xfrm>
            <a:prstGeom prst="roundRect">
              <a:avLst>
                <a:gd name="adj" fmla="val 2812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52"/>
            <p:cNvSpPr/>
            <p:nvPr/>
          </p:nvSpPr>
          <p:spPr>
            <a:xfrm>
              <a:off x="248575" y="301841"/>
              <a:ext cx="8646850" cy="543454"/>
            </a:xfrm>
            <a:prstGeom prst="roundRect">
              <a:avLst>
                <a:gd name="adj" fmla="val 26389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52"/>
            <p:cNvSpPr/>
            <p:nvPr/>
          </p:nvSpPr>
          <p:spPr>
            <a:xfrm>
              <a:off x="433386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2"/>
            <p:cNvSpPr/>
            <p:nvPr/>
          </p:nvSpPr>
          <p:spPr>
            <a:xfrm>
              <a:off x="722974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2"/>
            <p:cNvSpPr/>
            <p:nvPr/>
          </p:nvSpPr>
          <p:spPr>
            <a:xfrm>
              <a:off x="1012562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4" name="Google Shape;174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94843" y="2998825"/>
            <a:ext cx="8959612" cy="3779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12327" y="395837"/>
            <a:ext cx="2252324" cy="420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35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159">
          <p15:clr>
            <a:srgbClr val="FBAE40"/>
          </p15:clr>
        </p15:guide>
        <p15:guide id="4" pos="5603">
          <p15:clr>
            <a:srgbClr val="FBAE40"/>
          </p15:clr>
        </p15:guide>
        <p15:guide id="5" orient="horz" pos="140">
          <p15:clr>
            <a:srgbClr val="FBAE40"/>
          </p15:clr>
        </p15:guide>
        <p15:guide id="6" orient="horz" pos="310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차시 주제">
  <p:cSld name="차시 주제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54"/>
          <p:cNvGrpSpPr/>
          <p:nvPr/>
        </p:nvGrpSpPr>
        <p:grpSpPr>
          <a:xfrm>
            <a:off x="331440" y="301853"/>
            <a:ext cx="11529135" cy="6259297"/>
            <a:chOff x="248575" y="301841"/>
            <a:chExt cx="8646851" cy="6259297"/>
          </a:xfrm>
        </p:grpSpPr>
        <p:sp>
          <p:nvSpPr>
            <p:cNvPr id="189" name="Google Shape;189;p54"/>
            <p:cNvSpPr/>
            <p:nvPr/>
          </p:nvSpPr>
          <p:spPr>
            <a:xfrm>
              <a:off x="248575" y="301841"/>
              <a:ext cx="8646851" cy="6259297"/>
            </a:xfrm>
            <a:prstGeom prst="roundRect">
              <a:avLst>
                <a:gd name="adj" fmla="val 2812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54"/>
            <p:cNvSpPr/>
            <p:nvPr/>
          </p:nvSpPr>
          <p:spPr>
            <a:xfrm>
              <a:off x="248575" y="301841"/>
              <a:ext cx="8646850" cy="543454"/>
            </a:xfrm>
            <a:prstGeom prst="roundRect">
              <a:avLst>
                <a:gd name="adj" fmla="val 26389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4"/>
            <p:cNvSpPr/>
            <p:nvPr/>
          </p:nvSpPr>
          <p:spPr>
            <a:xfrm>
              <a:off x="433386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54"/>
            <p:cNvSpPr/>
            <p:nvPr/>
          </p:nvSpPr>
          <p:spPr>
            <a:xfrm>
              <a:off x="722974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54"/>
            <p:cNvSpPr/>
            <p:nvPr/>
          </p:nvSpPr>
          <p:spPr>
            <a:xfrm>
              <a:off x="1012562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54"/>
          <p:cNvSpPr/>
          <p:nvPr/>
        </p:nvSpPr>
        <p:spPr>
          <a:xfrm>
            <a:off x="1892304" y="2122594"/>
            <a:ext cx="8407401" cy="1989983"/>
          </a:xfrm>
          <a:prstGeom prst="roundRect">
            <a:avLst>
              <a:gd name="adj" fmla="val 16721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4"/>
          <p:cNvSpPr txBox="1">
            <a:spLocks noGrp="1"/>
          </p:cNvSpPr>
          <p:nvPr>
            <p:ph type="body" idx="1"/>
          </p:nvPr>
        </p:nvSpPr>
        <p:spPr>
          <a:xfrm>
            <a:off x="2226488" y="2510205"/>
            <a:ext cx="6426745" cy="71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600"/>
              <a:buNone/>
              <a:defRPr sz="36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54"/>
          <p:cNvSpPr txBox="1">
            <a:spLocks noGrp="1"/>
          </p:cNvSpPr>
          <p:nvPr>
            <p:ph type="body" idx="2"/>
          </p:nvPr>
        </p:nvSpPr>
        <p:spPr>
          <a:xfrm>
            <a:off x="2226487" y="3406452"/>
            <a:ext cx="5275732" cy="423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800"/>
              <a:buNone/>
              <a:defRPr sz="2800" b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54"/>
          <p:cNvSpPr/>
          <p:nvPr/>
        </p:nvSpPr>
        <p:spPr>
          <a:xfrm>
            <a:off x="1892299" y="1778714"/>
            <a:ext cx="2654112" cy="445921"/>
          </a:xfrm>
          <a:prstGeom prst="roundRect">
            <a:avLst>
              <a:gd name="adj" fmla="val 50000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79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4"/>
          <p:cNvSpPr/>
          <p:nvPr/>
        </p:nvSpPr>
        <p:spPr>
          <a:xfrm>
            <a:off x="3884351" y="1440555"/>
            <a:ext cx="1303867" cy="977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4"/>
          <p:cNvSpPr txBox="1">
            <a:spLocks noGrp="1"/>
          </p:cNvSpPr>
          <p:nvPr>
            <p:ph type="body" idx="3"/>
          </p:nvPr>
        </p:nvSpPr>
        <p:spPr>
          <a:xfrm>
            <a:off x="3793339" y="1540725"/>
            <a:ext cx="14859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54"/>
          <p:cNvSpPr txBox="1"/>
          <p:nvPr/>
        </p:nvSpPr>
        <p:spPr>
          <a:xfrm>
            <a:off x="1840131" y="1762963"/>
            <a:ext cx="218742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79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54"/>
          <p:cNvPicPr preferRelativeResize="0"/>
          <p:nvPr/>
        </p:nvPicPr>
        <p:blipFill rotWithShape="1">
          <a:blip r:embed="rId2">
            <a:alphaModFix/>
          </a:blip>
          <a:srcRect r="10722"/>
          <a:stretch/>
        </p:blipFill>
        <p:spPr>
          <a:xfrm>
            <a:off x="5309714" y="3672413"/>
            <a:ext cx="6412393" cy="3030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12327" y="395837"/>
            <a:ext cx="2252324" cy="420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마무리" type="blank">
  <p:cSld name="BLANK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04525" y="2912991"/>
            <a:ext cx="9351145" cy="394501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55"/>
          <p:cNvSpPr/>
          <p:nvPr/>
        </p:nvSpPr>
        <p:spPr>
          <a:xfrm>
            <a:off x="0" y="1261891"/>
            <a:ext cx="12192000" cy="2201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5"/>
          <p:cNvSpPr txBox="1"/>
          <p:nvPr/>
        </p:nvSpPr>
        <p:spPr>
          <a:xfrm>
            <a:off x="0" y="1901051"/>
            <a:ext cx="121920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0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모두 수고 많으셨습니다!</a:t>
            </a:r>
            <a:endParaRPr sz="5400" b="0" i="0" u="none" strike="noStrike" cap="none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0638" y="6068663"/>
            <a:ext cx="1695988" cy="316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38455" y="138378"/>
            <a:ext cx="2252324" cy="420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소제목">
  <p:cSld name="소제목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56"/>
          <p:cNvGrpSpPr/>
          <p:nvPr/>
        </p:nvGrpSpPr>
        <p:grpSpPr>
          <a:xfrm>
            <a:off x="331437" y="301842"/>
            <a:ext cx="11529135" cy="543455"/>
            <a:chOff x="248575" y="301841"/>
            <a:chExt cx="8646850" cy="543454"/>
          </a:xfrm>
        </p:grpSpPr>
        <p:sp>
          <p:nvSpPr>
            <p:cNvPr id="211" name="Google Shape;211;p56"/>
            <p:cNvSpPr/>
            <p:nvPr/>
          </p:nvSpPr>
          <p:spPr>
            <a:xfrm>
              <a:off x="248575" y="301841"/>
              <a:ext cx="8646850" cy="543454"/>
            </a:xfrm>
            <a:prstGeom prst="roundRect">
              <a:avLst>
                <a:gd name="adj" fmla="val 26389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56"/>
            <p:cNvSpPr/>
            <p:nvPr/>
          </p:nvSpPr>
          <p:spPr>
            <a:xfrm>
              <a:off x="433386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56"/>
            <p:cNvSpPr/>
            <p:nvPr/>
          </p:nvSpPr>
          <p:spPr>
            <a:xfrm>
              <a:off x="722974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56"/>
            <p:cNvSpPr/>
            <p:nvPr/>
          </p:nvSpPr>
          <p:spPr>
            <a:xfrm>
              <a:off x="1012562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56"/>
          <p:cNvSpPr/>
          <p:nvPr/>
        </p:nvSpPr>
        <p:spPr>
          <a:xfrm>
            <a:off x="1951488" y="2655261"/>
            <a:ext cx="8407401" cy="1472871"/>
          </a:xfrm>
          <a:prstGeom prst="roundRect">
            <a:avLst>
              <a:gd name="adj" fmla="val 16721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6"/>
          <p:cNvSpPr txBox="1">
            <a:spLocks noGrp="1"/>
          </p:cNvSpPr>
          <p:nvPr>
            <p:ph type="body" idx="1"/>
          </p:nvPr>
        </p:nvSpPr>
        <p:spPr>
          <a:xfrm>
            <a:off x="1951488" y="3042865"/>
            <a:ext cx="8407401" cy="71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600"/>
              <a:buNone/>
              <a:defRPr sz="36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56"/>
          <p:cNvSpPr/>
          <p:nvPr/>
        </p:nvSpPr>
        <p:spPr>
          <a:xfrm>
            <a:off x="1951487" y="1973222"/>
            <a:ext cx="1303867" cy="977900"/>
          </a:xfrm>
          <a:prstGeom prst="ellipse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6"/>
          <p:cNvSpPr txBox="1">
            <a:spLocks noGrp="1"/>
          </p:cNvSpPr>
          <p:nvPr>
            <p:ph type="body" idx="2"/>
          </p:nvPr>
        </p:nvSpPr>
        <p:spPr>
          <a:xfrm>
            <a:off x="1860475" y="2073385"/>
            <a:ext cx="14859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9" name="Google Shape;219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12327" y="395837"/>
            <a:ext cx="2252324" cy="420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교육내용(2)">
  <p:cSld name="교육내용(2)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57"/>
          <p:cNvGrpSpPr/>
          <p:nvPr/>
        </p:nvGrpSpPr>
        <p:grpSpPr>
          <a:xfrm>
            <a:off x="331440" y="301853"/>
            <a:ext cx="11529135" cy="6259297"/>
            <a:chOff x="248575" y="301841"/>
            <a:chExt cx="8646851" cy="6259297"/>
          </a:xfrm>
        </p:grpSpPr>
        <p:sp>
          <p:nvSpPr>
            <p:cNvPr id="222" name="Google Shape;222;p57"/>
            <p:cNvSpPr/>
            <p:nvPr/>
          </p:nvSpPr>
          <p:spPr>
            <a:xfrm>
              <a:off x="248575" y="301841"/>
              <a:ext cx="8646851" cy="6259297"/>
            </a:xfrm>
            <a:prstGeom prst="roundRect">
              <a:avLst>
                <a:gd name="adj" fmla="val 2812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57"/>
            <p:cNvSpPr/>
            <p:nvPr/>
          </p:nvSpPr>
          <p:spPr>
            <a:xfrm>
              <a:off x="248575" y="301841"/>
              <a:ext cx="8646850" cy="543454"/>
            </a:xfrm>
            <a:prstGeom prst="roundRect">
              <a:avLst>
                <a:gd name="adj" fmla="val 26389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57"/>
            <p:cNvSpPr/>
            <p:nvPr/>
          </p:nvSpPr>
          <p:spPr>
            <a:xfrm>
              <a:off x="433386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57"/>
            <p:cNvSpPr/>
            <p:nvPr/>
          </p:nvSpPr>
          <p:spPr>
            <a:xfrm>
              <a:off x="722974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57"/>
            <p:cNvSpPr/>
            <p:nvPr/>
          </p:nvSpPr>
          <p:spPr>
            <a:xfrm>
              <a:off x="1012562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7" name="Google Shape;227;p57"/>
          <p:cNvSpPr/>
          <p:nvPr/>
        </p:nvSpPr>
        <p:spPr>
          <a:xfrm>
            <a:off x="1158225" y="1061345"/>
            <a:ext cx="4748388" cy="616507"/>
          </a:xfrm>
          <a:prstGeom prst="roundRect">
            <a:avLst>
              <a:gd name="adj" fmla="val 27536"/>
            </a:avLst>
          </a:prstGeom>
          <a:solidFill>
            <a:srgbClr val="BBD6EE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7"/>
          <p:cNvSpPr txBox="1">
            <a:spLocks noGrp="1"/>
          </p:cNvSpPr>
          <p:nvPr>
            <p:ph type="body" idx="1"/>
          </p:nvPr>
        </p:nvSpPr>
        <p:spPr>
          <a:xfrm>
            <a:off x="1158225" y="1149351"/>
            <a:ext cx="4748388" cy="447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57"/>
          <p:cNvSpPr txBox="1">
            <a:spLocks noGrp="1"/>
          </p:cNvSpPr>
          <p:nvPr>
            <p:ph type="sldNum" idx="12"/>
          </p:nvPr>
        </p:nvSpPr>
        <p:spPr>
          <a:xfrm>
            <a:off x="169186" y="6554923"/>
            <a:ext cx="1915839" cy="25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30" name="Google Shape;23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12327" y="395837"/>
            <a:ext cx="2252324" cy="420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다음차시 소개">
  <p:cSld name="다음차시 소개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59"/>
          <p:cNvGrpSpPr/>
          <p:nvPr/>
        </p:nvGrpSpPr>
        <p:grpSpPr>
          <a:xfrm>
            <a:off x="331440" y="301853"/>
            <a:ext cx="11529135" cy="6259297"/>
            <a:chOff x="248575" y="301841"/>
            <a:chExt cx="8646851" cy="6259297"/>
          </a:xfrm>
        </p:grpSpPr>
        <p:sp>
          <p:nvSpPr>
            <p:cNvPr id="242" name="Google Shape;242;p59"/>
            <p:cNvSpPr/>
            <p:nvPr/>
          </p:nvSpPr>
          <p:spPr>
            <a:xfrm>
              <a:off x="248575" y="301841"/>
              <a:ext cx="8646851" cy="6259297"/>
            </a:xfrm>
            <a:prstGeom prst="roundRect">
              <a:avLst>
                <a:gd name="adj" fmla="val 2812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59"/>
            <p:cNvSpPr/>
            <p:nvPr/>
          </p:nvSpPr>
          <p:spPr>
            <a:xfrm>
              <a:off x="248575" y="301841"/>
              <a:ext cx="8646850" cy="543454"/>
            </a:xfrm>
            <a:prstGeom prst="roundRect">
              <a:avLst>
                <a:gd name="adj" fmla="val 26389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59"/>
            <p:cNvSpPr/>
            <p:nvPr/>
          </p:nvSpPr>
          <p:spPr>
            <a:xfrm>
              <a:off x="433386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59"/>
            <p:cNvSpPr/>
            <p:nvPr/>
          </p:nvSpPr>
          <p:spPr>
            <a:xfrm>
              <a:off x="722974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59"/>
            <p:cNvSpPr/>
            <p:nvPr/>
          </p:nvSpPr>
          <p:spPr>
            <a:xfrm>
              <a:off x="1012562" y="483080"/>
              <a:ext cx="180975" cy="180975"/>
            </a:xfrm>
            <a:prstGeom prst="ellipse">
              <a:avLst/>
            </a:pr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p59"/>
          <p:cNvSpPr/>
          <p:nvPr/>
        </p:nvSpPr>
        <p:spPr>
          <a:xfrm>
            <a:off x="-2462072" y="2153311"/>
            <a:ext cx="8890000" cy="3686631"/>
          </a:xfrm>
          <a:prstGeom prst="roundRect">
            <a:avLst>
              <a:gd name="adj" fmla="val 50000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9"/>
          <p:cNvSpPr txBox="1">
            <a:spLocks noGrp="1"/>
          </p:cNvSpPr>
          <p:nvPr>
            <p:ph type="body" idx="1"/>
          </p:nvPr>
        </p:nvSpPr>
        <p:spPr>
          <a:xfrm>
            <a:off x="582886" y="3847600"/>
            <a:ext cx="5644812" cy="53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68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  <a:defRPr sz="32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59"/>
          <p:cNvSpPr txBox="1">
            <a:spLocks noGrp="1"/>
          </p:cNvSpPr>
          <p:nvPr>
            <p:ph type="body" idx="2"/>
          </p:nvPr>
        </p:nvSpPr>
        <p:spPr>
          <a:xfrm>
            <a:off x="582882" y="3021120"/>
            <a:ext cx="4665135" cy="53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68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0" name="Google Shape;250;p59"/>
          <p:cNvPicPr preferRelativeResize="0"/>
          <p:nvPr/>
        </p:nvPicPr>
        <p:blipFill rotWithShape="1">
          <a:blip r:embed="rId2">
            <a:alphaModFix/>
          </a:blip>
          <a:srcRect r="6253"/>
          <a:stretch/>
        </p:blipFill>
        <p:spPr>
          <a:xfrm>
            <a:off x="5248024" y="3431496"/>
            <a:ext cx="6590761" cy="29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12327" y="395837"/>
            <a:ext cx="2252324" cy="420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빈 화면">
  <p:cSld name="7_빈 화면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23" name="Google Shape;23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2" name="Google Shape;32;p29"/>
          <p:cNvSpPr/>
          <p:nvPr/>
        </p:nvSpPr>
        <p:spPr>
          <a:xfrm>
            <a:off x="2058187" y="1977656"/>
            <a:ext cx="8075628" cy="3963116"/>
          </a:xfrm>
          <a:prstGeom prst="roundRect">
            <a:avLst>
              <a:gd name="adj" fmla="val 6990"/>
            </a:avLst>
          </a:prstGeom>
          <a:solidFill>
            <a:srgbClr val="2376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9"/>
          <p:cNvSpPr/>
          <p:nvPr/>
        </p:nvSpPr>
        <p:spPr>
          <a:xfrm>
            <a:off x="3433482" y="1583344"/>
            <a:ext cx="5325036" cy="69201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9"/>
          <p:cNvSpPr txBox="1">
            <a:spLocks noGrp="1"/>
          </p:cNvSpPr>
          <p:nvPr>
            <p:ph type="body" idx="1"/>
          </p:nvPr>
        </p:nvSpPr>
        <p:spPr>
          <a:xfrm>
            <a:off x="3720790" y="1705702"/>
            <a:ext cx="4777752" cy="447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942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97B1938-C25C-BB13-BFC5-F642300DF8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980" y="2912986"/>
            <a:ext cx="7013359" cy="394501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CA72BCC-71F1-1C8B-19D8-F0F09EFB0EE0}"/>
              </a:ext>
            </a:extLst>
          </p:cNvPr>
          <p:cNvSpPr/>
          <p:nvPr userDrawn="1"/>
        </p:nvSpPr>
        <p:spPr>
          <a:xfrm>
            <a:off x="0" y="1261883"/>
            <a:ext cx="12191999" cy="2201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EA5FC8-DF4A-97E0-E49B-F6B4825328C2}"/>
              </a:ext>
            </a:extLst>
          </p:cNvPr>
          <p:cNvSpPr txBox="1"/>
          <p:nvPr userDrawn="1"/>
        </p:nvSpPr>
        <p:spPr>
          <a:xfrm>
            <a:off x="1527595" y="1901049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강원교육튼튼" panose="02020603020101020101" pitchFamily="18" charset="-127"/>
                <a:ea typeface="KoPub돋움체 Medium" panose="02020603020101020101"/>
                <a:cs typeface="+mn-cs"/>
              </a:rPr>
              <a:t>모두 수고 많으셨습니다</a:t>
            </a:r>
            <a:r>
              <a:rPr kumimoji="0" lang="en-US" altLang="ko-KR" sz="5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강원교육튼튼" panose="02020603020101020101" pitchFamily="18" charset="-127"/>
                <a:ea typeface="KoPub돋움체 Medium" panose="02020603020101020101"/>
                <a:cs typeface="+mn-cs"/>
              </a:rPr>
              <a:t>!</a:t>
            </a:r>
            <a:endParaRPr kumimoji="0" lang="ko-KR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강원교육튼튼" panose="02020603020101020101" pitchFamily="18" charset="-127"/>
              <a:ea typeface="KoPub돋움체 Medium" panose="02020603020101020101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0F27033-AAC3-AFA2-B36E-80BFB5F5B5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568" y="6068654"/>
            <a:ext cx="1271990" cy="3165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08A37E5-B675-0771-091E-CC2C0ABC575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959" y="138370"/>
            <a:ext cx="1689242" cy="42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88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빈 화면">
  <p:cSld name="3_빈 화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57" name="Google Shape;57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66" name="Google Shape;66;p60"/>
          <p:cNvSpPr/>
          <p:nvPr/>
        </p:nvSpPr>
        <p:spPr>
          <a:xfrm>
            <a:off x="1949880" y="967076"/>
            <a:ext cx="8342436" cy="616506"/>
          </a:xfrm>
          <a:prstGeom prst="roundRect">
            <a:avLst>
              <a:gd name="adj" fmla="val 27536"/>
            </a:avLst>
          </a:prstGeom>
          <a:solidFill>
            <a:srgbClr val="BBD6EE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0"/>
          <p:cNvSpPr txBox="1">
            <a:spLocks noGrp="1"/>
          </p:cNvSpPr>
          <p:nvPr>
            <p:ph type="body" idx="1"/>
          </p:nvPr>
        </p:nvSpPr>
        <p:spPr>
          <a:xfrm>
            <a:off x="1960263" y="1076583"/>
            <a:ext cx="8300156" cy="447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  <a:defRPr sz="32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7559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295" name="Google Shape;29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304" name="Google Shape;30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0590" y="2612722"/>
            <a:ext cx="7406098" cy="4165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빈 화면">
  <p:cSld name="3_빈 화면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306" name="Google Shape;306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15" name="Google Shape;315;p43"/>
          <p:cNvSpPr/>
          <p:nvPr/>
        </p:nvSpPr>
        <p:spPr>
          <a:xfrm>
            <a:off x="1949880" y="967076"/>
            <a:ext cx="8342436" cy="616506"/>
          </a:xfrm>
          <a:prstGeom prst="roundRect">
            <a:avLst>
              <a:gd name="adj" fmla="val 27536"/>
            </a:avLst>
          </a:prstGeom>
          <a:solidFill>
            <a:srgbClr val="BBD6EE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3"/>
          <p:cNvSpPr txBox="1">
            <a:spLocks noGrp="1"/>
          </p:cNvSpPr>
          <p:nvPr>
            <p:ph type="body" idx="1"/>
          </p:nvPr>
        </p:nvSpPr>
        <p:spPr>
          <a:xfrm>
            <a:off x="1960263" y="1076583"/>
            <a:ext cx="8300156" cy="447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  <a:defRPr sz="32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빈 화면">
  <p:cSld name="7_빈 화면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318" name="Google Shape;318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27" name="Google Shape;327;p44"/>
          <p:cNvSpPr/>
          <p:nvPr/>
        </p:nvSpPr>
        <p:spPr>
          <a:xfrm>
            <a:off x="2058187" y="1977656"/>
            <a:ext cx="8075628" cy="3963116"/>
          </a:xfrm>
          <a:prstGeom prst="roundRect">
            <a:avLst>
              <a:gd name="adj" fmla="val 6990"/>
            </a:avLst>
          </a:prstGeom>
          <a:solidFill>
            <a:srgbClr val="2376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4"/>
          <p:cNvSpPr/>
          <p:nvPr/>
        </p:nvSpPr>
        <p:spPr>
          <a:xfrm>
            <a:off x="3433482" y="1583344"/>
            <a:ext cx="5325036" cy="69201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4"/>
          <p:cNvSpPr txBox="1">
            <a:spLocks noGrp="1"/>
          </p:cNvSpPr>
          <p:nvPr>
            <p:ph type="body" idx="1"/>
          </p:nvPr>
        </p:nvSpPr>
        <p:spPr>
          <a:xfrm>
            <a:off x="3720790" y="1705702"/>
            <a:ext cx="4777752" cy="447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빈 화면">
  <p:cSld name="1_빈 화면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331" name="Google Shape;331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340" name="Google Shape;340;p45"/>
          <p:cNvPicPr preferRelativeResize="0"/>
          <p:nvPr/>
        </p:nvPicPr>
        <p:blipFill rotWithShape="1">
          <a:blip r:embed="rId3">
            <a:alphaModFix/>
          </a:blip>
          <a:srcRect r="10722"/>
          <a:stretch/>
        </p:blipFill>
        <p:spPr>
          <a:xfrm>
            <a:off x="6949320" y="3672413"/>
            <a:ext cx="4809294" cy="3030114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5"/>
          <p:cNvSpPr/>
          <p:nvPr/>
        </p:nvSpPr>
        <p:spPr>
          <a:xfrm>
            <a:off x="1419224" y="2122585"/>
            <a:ext cx="8886602" cy="1989982"/>
          </a:xfrm>
          <a:prstGeom prst="roundRect">
            <a:avLst>
              <a:gd name="adj" fmla="val 16721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5"/>
          <p:cNvSpPr txBox="1">
            <a:spLocks noGrp="1"/>
          </p:cNvSpPr>
          <p:nvPr>
            <p:ph type="body" idx="1"/>
          </p:nvPr>
        </p:nvSpPr>
        <p:spPr>
          <a:xfrm>
            <a:off x="1669860" y="2510205"/>
            <a:ext cx="4820059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600"/>
              <a:buNone/>
              <a:defRPr sz="36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45"/>
          <p:cNvSpPr txBox="1">
            <a:spLocks noGrp="1"/>
          </p:cNvSpPr>
          <p:nvPr>
            <p:ph type="body" idx="2"/>
          </p:nvPr>
        </p:nvSpPr>
        <p:spPr>
          <a:xfrm>
            <a:off x="1669860" y="3406452"/>
            <a:ext cx="3956798" cy="42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800"/>
              <a:buNone/>
              <a:defRPr sz="2800" b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45"/>
          <p:cNvSpPr/>
          <p:nvPr/>
        </p:nvSpPr>
        <p:spPr>
          <a:xfrm>
            <a:off x="1419224" y="1778705"/>
            <a:ext cx="1990584" cy="445921"/>
          </a:xfrm>
          <a:prstGeom prst="roundRect">
            <a:avLst>
              <a:gd name="adj" fmla="val 50000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5"/>
          <p:cNvSpPr/>
          <p:nvPr/>
        </p:nvSpPr>
        <p:spPr>
          <a:xfrm>
            <a:off x="2913260" y="1440553"/>
            <a:ext cx="977900" cy="977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5"/>
          <p:cNvSpPr txBox="1">
            <a:spLocks noGrp="1"/>
          </p:cNvSpPr>
          <p:nvPr>
            <p:ph type="body" idx="3"/>
          </p:nvPr>
        </p:nvSpPr>
        <p:spPr>
          <a:xfrm>
            <a:off x="2866129" y="1540724"/>
            <a:ext cx="89533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7" name="Google Shape;347;p45"/>
          <p:cNvSpPr txBox="1"/>
          <p:nvPr/>
        </p:nvSpPr>
        <p:spPr>
          <a:xfrm>
            <a:off x="1380090" y="1762961"/>
            <a:ext cx="164056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>
  <p:cSld name="캡션 있는 그림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05980" y="2912986"/>
            <a:ext cx="7013359" cy="394501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6"/>
          <p:cNvSpPr/>
          <p:nvPr/>
        </p:nvSpPr>
        <p:spPr>
          <a:xfrm>
            <a:off x="0" y="1261883"/>
            <a:ext cx="12191999" cy="2201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6"/>
          <p:cNvSpPr txBox="1"/>
          <p:nvPr/>
        </p:nvSpPr>
        <p:spPr>
          <a:xfrm>
            <a:off x="1527595" y="1901049"/>
            <a:ext cx="9144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5400"/>
              <a:buFont typeface="Arial"/>
              <a:buNone/>
            </a:pPr>
            <a:r>
              <a:rPr lang="ko-KR" sz="5400" b="0" i="0" u="none" strike="noStrike" cap="non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모두 수고 많으셨습니다!</a:t>
            </a:r>
            <a:endParaRPr sz="5400" b="0" i="0" u="none" strike="noStrike" cap="none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0568" y="6068654"/>
            <a:ext cx="1271990" cy="316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2959" y="138370"/>
            <a:ext cx="1689242" cy="420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빈 화면">
  <p:cSld name="8_빈 화면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355" name="Google Shape;355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64" name="Google Shape;364;p47"/>
          <p:cNvSpPr/>
          <p:nvPr/>
        </p:nvSpPr>
        <p:spPr>
          <a:xfrm>
            <a:off x="868665" y="1061346"/>
            <a:ext cx="4841019" cy="616506"/>
          </a:xfrm>
          <a:prstGeom prst="roundRect">
            <a:avLst>
              <a:gd name="adj" fmla="val 27536"/>
            </a:avLst>
          </a:prstGeom>
          <a:solidFill>
            <a:srgbClr val="BBD6EE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7"/>
          <p:cNvSpPr txBox="1">
            <a:spLocks noGrp="1"/>
          </p:cNvSpPr>
          <p:nvPr>
            <p:ph type="body" idx="1"/>
          </p:nvPr>
        </p:nvSpPr>
        <p:spPr>
          <a:xfrm>
            <a:off x="868665" y="1149337"/>
            <a:ext cx="4841019" cy="447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빈 화면">
  <p:cSld name="6_빈 화면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367" name="Google Shape;367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76" name="Google Shape;376;p48"/>
          <p:cNvSpPr/>
          <p:nvPr/>
        </p:nvSpPr>
        <p:spPr>
          <a:xfrm>
            <a:off x="-1846556" y="1682307"/>
            <a:ext cx="8566333" cy="4095759"/>
          </a:xfrm>
          <a:prstGeom prst="roundRect">
            <a:avLst>
              <a:gd name="adj" fmla="val 43250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8"/>
          <p:cNvSpPr txBox="1">
            <a:spLocks noGrp="1"/>
          </p:cNvSpPr>
          <p:nvPr>
            <p:ph type="body" idx="1"/>
          </p:nvPr>
        </p:nvSpPr>
        <p:spPr>
          <a:xfrm>
            <a:off x="596650" y="3847600"/>
            <a:ext cx="4942915" cy="53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68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  <a:defRPr sz="32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8" name="Google Shape;378;p48"/>
          <p:cNvSpPr txBox="1">
            <a:spLocks noGrp="1"/>
          </p:cNvSpPr>
          <p:nvPr>
            <p:ph type="body" idx="2"/>
          </p:nvPr>
        </p:nvSpPr>
        <p:spPr>
          <a:xfrm>
            <a:off x="596650" y="3021120"/>
            <a:ext cx="4772794" cy="53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68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79" name="Google Shape;379;p48"/>
          <p:cNvPicPr preferRelativeResize="0"/>
          <p:nvPr/>
        </p:nvPicPr>
        <p:blipFill rotWithShape="1">
          <a:blip r:embed="rId3">
            <a:alphaModFix/>
          </a:blip>
          <a:srcRect r="6253"/>
          <a:stretch/>
        </p:blipFill>
        <p:spPr>
          <a:xfrm>
            <a:off x="5869173" y="2809079"/>
            <a:ext cx="5980393" cy="3588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4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83" name="Google Shape;383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5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9" name="Google Shape;389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5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5" name="Google Shape;395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E16CB3-FB01-8131-1ED4-D6A5D1382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>
              <a:defRPr/>
            </a:pPr>
            <a:fld id="{232A305B-107C-42BA-BA5A-AD640894C55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2026-09-18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FE3E16-0904-CD85-F513-2B981845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7024B1-CC1E-98AC-B396-DCD3F54E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>
              <a:defRPr/>
            </a:pPr>
            <a:fld id="{60D8B96E-589E-4417-A49E-3FB74C81EA3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71D13D0-CA07-5580-73D9-18DF646AEE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22"/>
          <a:stretch/>
        </p:blipFill>
        <p:spPr>
          <a:xfrm>
            <a:off x="6949320" y="3672413"/>
            <a:ext cx="4809294" cy="3030114"/>
          </a:xfrm>
          <a:prstGeom prst="rect">
            <a:avLst/>
          </a:prstGeom>
        </p:spPr>
      </p:pic>
      <p:sp>
        <p:nvSpPr>
          <p:cNvPr id="13" name="모서리가 둥근 직사각형 8">
            <a:extLst>
              <a:ext uri="{FF2B5EF4-FFF2-40B4-BE49-F238E27FC236}">
                <a16:creationId xmlns:a16="http://schemas.microsoft.com/office/drawing/2014/main" id="{37888565-7921-7E86-D4A8-1E96D1A997DA}"/>
              </a:ext>
            </a:extLst>
          </p:cNvPr>
          <p:cNvSpPr/>
          <p:nvPr userDrawn="1"/>
        </p:nvSpPr>
        <p:spPr>
          <a:xfrm>
            <a:off x="1419224" y="2122585"/>
            <a:ext cx="8886602" cy="1989982"/>
          </a:xfrm>
          <a:prstGeom prst="roundRect">
            <a:avLst>
              <a:gd name="adj" fmla="val 1672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7" name="텍스트 개체 틀 17">
            <a:extLst>
              <a:ext uri="{FF2B5EF4-FFF2-40B4-BE49-F238E27FC236}">
                <a16:creationId xmlns:a16="http://schemas.microsoft.com/office/drawing/2014/main" id="{66C72E59-467C-04B3-D369-93A25022EF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9860" y="2510205"/>
            <a:ext cx="4820059" cy="714042"/>
          </a:xfrm>
        </p:spPr>
        <p:txBody>
          <a:bodyPr anchor="ctr">
            <a:noAutofit/>
          </a:bodyPr>
          <a:lstStyle>
            <a:lvl1pPr marL="0" indent="0">
              <a:buNone/>
              <a:defRPr lang="ko-KR" altLang="en-US" sz="3600" b="0" kern="1200" spc="-5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pPr marL="228600" lvl="0" indent="-22860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 dirty="0"/>
              <a:t>텍스트를 입력하십시오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0DF3FCE5-DDD5-5362-D56C-DC3EACBA2F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9860" y="3406452"/>
            <a:ext cx="3956798" cy="423338"/>
          </a:xfrm>
        </p:spPr>
        <p:txBody>
          <a:bodyPr anchor="ctr">
            <a:noAutofit/>
          </a:bodyPr>
          <a:lstStyle>
            <a:lvl1pPr marL="0" indent="0">
              <a:buNone/>
              <a:defRPr lang="ko-KR" altLang="en-US" sz="2800" b="0" kern="1200" spc="-50" baseline="0" dirty="0">
                <a:solidFill>
                  <a:schemeClr val="bg1">
                    <a:lumMod val="65000"/>
                  </a:schemeClr>
                </a:solidFill>
                <a:latin typeface="KoPub돋움체 Bold" panose="00000800000000000000" pitchFamily="2" charset="-127"/>
                <a:ea typeface="KoPub돋움체 Medium" panose="02020603020101020101"/>
                <a:cs typeface="+mn-cs"/>
              </a:defRPr>
            </a:lvl1pPr>
          </a:lstStyle>
          <a:p>
            <a:pPr marL="228600" lvl="0" indent="-22860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 dirty="0"/>
              <a:t>텍스트를 입력하십시오</a:t>
            </a:r>
          </a:p>
        </p:txBody>
      </p:sp>
      <p:sp>
        <p:nvSpPr>
          <p:cNvPr id="12" name="Google Shape;59;p12">
            <a:extLst>
              <a:ext uri="{FF2B5EF4-FFF2-40B4-BE49-F238E27FC236}">
                <a16:creationId xmlns:a16="http://schemas.microsoft.com/office/drawing/2014/main" id="{A1585688-3EBD-620E-B968-AFF2407B0855}"/>
              </a:ext>
            </a:extLst>
          </p:cNvPr>
          <p:cNvSpPr/>
          <p:nvPr userDrawn="1"/>
        </p:nvSpPr>
        <p:spPr>
          <a:xfrm>
            <a:off x="1419224" y="1778705"/>
            <a:ext cx="1990584" cy="445921"/>
          </a:xfrm>
          <a:prstGeom prst="roundRect">
            <a:avLst>
              <a:gd name="adj" fmla="val 50000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60;p12">
            <a:extLst>
              <a:ext uri="{FF2B5EF4-FFF2-40B4-BE49-F238E27FC236}">
                <a16:creationId xmlns:a16="http://schemas.microsoft.com/office/drawing/2014/main" id="{65E3EE29-83BC-E46E-5E6D-1F026DEABA05}"/>
              </a:ext>
            </a:extLst>
          </p:cNvPr>
          <p:cNvSpPr/>
          <p:nvPr userDrawn="1"/>
        </p:nvSpPr>
        <p:spPr>
          <a:xfrm>
            <a:off x="2913260" y="1440553"/>
            <a:ext cx="977900" cy="977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61;p12">
            <a:extLst>
              <a:ext uri="{FF2B5EF4-FFF2-40B4-BE49-F238E27FC236}">
                <a16:creationId xmlns:a16="http://schemas.microsoft.com/office/drawing/2014/main" id="{4E6BA001-4FA7-AF84-90D9-E49E44608825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2866129" y="1540724"/>
            <a:ext cx="89533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chemeClr val="bg1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1" name="Google Shape;62;p12">
            <a:extLst>
              <a:ext uri="{FF2B5EF4-FFF2-40B4-BE49-F238E27FC236}">
                <a16:creationId xmlns:a16="http://schemas.microsoft.com/office/drawing/2014/main" id="{C822B89F-167A-A836-CCB6-72BFC739F51D}"/>
              </a:ext>
            </a:extLst>
          </p:cNvPr>
          <p:cNvSpPr txBox="1"/>
          <p:nvPr userDrawn="1"/>
        </p:nvSpPr>
        <p:spPr>
          <a:xfrm>
            <a:off x="1380090" y="1762961"/>
            <a:ext cx="164056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ko-KR" sz="2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</a:t>
            </a:r>
            <a:endParaRPr sz="2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19001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빈 화면">
  <p:cSld name="7_빈 화면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428" name="Google Shape;428;p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37" name="Google Shape;437;p73"/>
          <p:cNvSpPr/>
          <p:nvPr/>
        </p:nvSpPr>
        <p:spPr>
          <a:xfrm>
            <a:off x="2058187" y="1977656"/>
            <a:ext cx="8075628" cy="3963116"/>
          </a:xfrm>
          <a:prstGeom prst="roundRect">
            <a:avLst>
              <a:gd name="adj" fmla="val 6990"/>
            </a:avLst>
          </a:prstGeom>
          <a:solidFill>
            <a:srgbClr val="2376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73"/>
          <p:cNvSpPr/>
          <p:nvPr/>
        </p:nvSpPr>
        <p:spPr>
          <a:xfrm>
            <a:off x="3433482" y="1583344"/>
            <a:ext cx="5325036" cy="69201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73"/>
          <p:cNvSpPr txBox="1">
            <a:spLocks noGrp="1"/>
          </p:cNvSpPr>
          <p:nvPr>
            <p:ph type="body" idx="1"/>
          </p:nvPr>
        </p:nvSpPr>
        <p:spPr>
          <a:xfrm>
            <a:off x="3720790" y="1705702"/>
            <a:ext cx="4777752" cy="447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빈 화면">
  <p:cSld name="1_빈 화면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441" name="Google Shape;441;p7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7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7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450" name="Google Shape;450;p74"/>
          <p:cNvPicPr preferRelativeResize="0"/>
          <p:nvPr/>
        </p:nvPicPr>
        <p:blipFill rotWithShape="1">
          <a:blip r:embed="rId3">
            <a:alphaModFix/>
          </a:blip>
          <a:srcRect r="10722"/>
          <a:stretch/>
        </p:blipFill>
        <p:spPr>
          <a:xfrm>
            <a:off x="6949320" y="3672413"/>
            <a:ext cx="4809294" cy="3030114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74"/>
          <p:cNvSpPr/>
          <p:nvPr/>
        </p:nvSpPr>
        <p:spPr>
          <a:xfrm>
            <a:off x="1419224" y="2122585"/>
            <a:ext cx="8886602" cy="1989982"/>
          </a:xfrm>
          <a:prstGeom prst="roundRect">
            <a:avLst>
              <a:gd name="adj" fmla="val 16721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74"/>
          <p:cNvSpPr txBox="1">
            <a:spLocks noGrp="1"/>
          </p:cNvSpPr>
          <p:nvPr>
            <p:ph type="body" idx="1"/>
          </p:nvPr>
        </p:nvSpPr>
        <p:spPr>
          <a:xfrm>
            <a:off x="1669860" y="2510205"/>
            <a:ext cx="4820059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600"/>
              <a:buNone/>
              <a:defRPr sz="36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3" name="Google Shape;453;p74"/>
          <p:cNvSpPr txBox="1">
            <a:spLocks noGrp="1"/>
          </p:cNvSpPr>
          <p:nvPr>
            <p:ph type="body" idx="2"/>
          </p:nvPr>
        </p:nvSpPr>
        <p:spPr>
          <a:xfrm>
            <a:off x="1669860" y="3406452"/>
            <a:ext cx="3956798" cy="42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800"/>
              <a:buNone/>
              <a:defRPr sz="2800" b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4" name="Google Shape;454;p74"/>
          <p:cNvSpPr/>
          <p:nvPr/>
        </p:nvSpPr>
        <p:spPr>
          <a:xfrm>
            <a:off x="1419224" y="1778705"/>
            <a:ext cx="1990584" cy="445921"/>
          </a:xfrm>
          <a:prstGeom prst="roundRect">
            <a:avLst>
              <a:gd name="adj" fmla="val 50000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74"/>
          <p:cNvSpPr/>
          <p:nvPr/>
        </p:nvSpPr>
        <p:spPr>
          <a:xfrm>
            <a:off x="2913260" y="1440553"/>
            <a:ext cx="977900" cy="977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74"/>
          <p:cNvSpPr txBox="1">
            <a:spLocks noGrp="1"/>
          </p:cNvSpPr>
          <p:nvPr>
            <p:ph type="body" idx="3"/>
          </p:nvPr>
        </p:nvSpPr>
        <p:spPr>
          <a:xfrm>
            <a:off x="2866129" y="1540724"/>
            <a:ext cx="89533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7" name="Google Shape;457;p74"/>
          <p:cNvSpPr txBox="1"/>
          <p:nvPr/>
        </p:nvSpPr>
        <p:spPr>
          <a:xfrm>
            <a:off x="1380090" y="1762961"/>
            <a:ext cx="164056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>
  <p:cSld name="캡션 있는 그림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05980" y="2912986"/>
            <a:ext cx="7013359" cy="3945014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75"/>
          <p:cNvSpPr/>
          <p:nvPr/>
        </p:nvSpPr>
        <p:spPr>
          <a:xfrm>
            <a:off x="0" y="1261883"/>
            <a:ext cx="12191999" cy="2201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75"/>
          <p:cNvSpPr txBox="1"/>
          <p:nvPr/>
        </p:nvSpPr>
        <p:spPr>
          <a:xfrm>
            <a:off x="1527595" y="1901049"/>
            <a:ext cx="9144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5400"/>
              <a:buFont typeface="Arial"/>
              <a:buNone/>
            </a:pPr>
            <a:r>
              <a:rPr lang="ko-KR" sz="5400" b="0" i="0" u="none" strike="noStrike" cap="non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모두 수고 많으셨습니다!</a:t>
            </a:r>
            <a:endParaRPr sz="5400" b="0" i="0" u="none" strike="noStrike" cap="none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0568" y="6068654"/>
            <a:ext cx="1271990" cy="316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2959" y="138370"/>
            <a:ext cx="1689242" cy="420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빈 화면">
  <p:cSld name="4_빈 화면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465" name="Google Shape;465;p7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7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73" name="Google Shape;473;p76"/>
          <p:cNvSpPr/>
          <p:nvPr/>
        </p:nvSpPr>
        <p:spPr>
          <a:xfrm>
            <a:off x="1580572" y="2655245"/>
            <a:ext cx="9020090" cy="1472871"/>
          </a:xfrm>
          <a:prstGeom prst="roundRect">
            <a:avLst>
              <a:gd name="adj" fmla="val 16721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76"/>
          <p:cNvSpPr txBox="1">
            <a:spLocks noGrp="1"/>
          </p:cNvSpPr>
          <p:nvPr>
            <p:ph type="body" idx="1"/>
          </p:nvPr>
        </p:nvSpPr>
        <p:spPr>
          <a:xfrm>
            <a:off x="1814490" y="3042865"/>
            <a:ext cx="8552254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600"/>
              <a:buNone/>
              <a:defRPr sz="36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5" name="Google Shape;475;p76"/>
          <p:cNvSpPr/>
          <p:nvPr/>
        </p:nvSpPr>
        <p:spPr>
          <a:xfrm>
            <a:off x="1580572" y="1973213"/>
            <a:ext cx="977900" cy="977900"/>
          </a:xfrm>
          <a:prstGeom prst="ellipse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76"/>
          <p:cNvSpPr txBox="1">
            <a:spLocks noGrp="1"/>
          </p:cNvSpPr>
          <p:nvPr>
            <p:ph type="body" idx="2"/>
          </p:nvPr>
        </p:nvSpPr>
        <p:spPr>
          <a:xfrm>
            <a:off x="1455748" y="2073384"/>
            <a:ext cx="11144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빈 화면">
  <p:cSld name="6_빈 화면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500" name="Google Shape;500;p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509" name="Google Shape;509;p79"/>
          <p:cNvSpPr/>
          <p:nvPr/>
        </p:nvSpPr>
        <p:spPr>
          <a:xfrm>
            <a:off x="-1846556" y="1682307"/>
            <a:ext cx="8566333" cy="4095759"/>
          </a:xfrm>
          <a:prstGeom prst="roundRect">
            <a:avLst>
              <a:gd name="adj" fmla="val 43250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79"/>
          <p:cNvSpPr txBox="1">
            <a:spLocks noGrp="1"/>
          </p:cNvSpPr>
          <p:nvPr>
            <p:ph type="body" idx="1"/>
          </p:nvPr>
        </p:nvSpPr>
        <p:spPr>
          <a:xfrm>
            <a:off x="596650" y="3847600"/>
            <a:ext cx="4942915" cy="53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68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  <a:defRPr sz="32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1" name="Google Shape;511;p79"/>
          <p:cNvSpPr txBox="1">
            <a:spLocks noGrp="1"/>
          </p:cNvSpPr>
          <p:nvPr>
            <p:ph type="body" idx="2"/>
          </p:nvPr>
        </p:nvSpPr>
        <p:spPr>
          <a:xfrm>
            <a:off x="596650" y="3021120"/>
            <a:ext cx="4772794" cy="53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68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12" name="Google Shape;512;p79"/>
          <p:cNvPicPr preferRelativeResize="0"/>
          <p:nvPr/>
        </p:nvPicPr>
        <p:blipFill rotWithShape="1">
          <a:blip r:embed="rId3">
            <a:alphaModFix/>
          </a:blip>
          <a:srcRect r="6253"/>
          <a:stretch/>
        </p:blipFill>
        <p:spPr>
          <a:xfrm>
            <a:off x="5869173" y="2809079"/>
            <a:ext cx="5980393" cy="3588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5" name="Google Shape;515;p8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16" name="Google Shape;516;p8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7" name="Google Shape;517;p8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8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2" name="Google Shape;522;p8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8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8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7" name="Google Shape;527;p8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8" name="Google Shape;528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E16CB3-FB01-8131-1ED4-D6A5D1382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>
              <a:defRPr/>
            </a:pPr>
            <a:fld id="{232A305B-107C-42BA-BA5A-AD640894C55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2026-09-18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FE3E16-0904-CD85-F513-2B981845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7024B1-CC1E-98AC-B396-DCD3F54E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>
              <a:defRPr/>
            </a:pPr>
            <a:fld id="{60D8B96E-589E-4417-A49E-3FB74C81EA3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모서리가 둥근 직사각형 35">
            <a:extLst>
              <a:ext uri="{FF2B5EF4-FFF2-40B4-BE49-F238E27FC236}">
                <a16:creationId xmlns:a16="http://schemas.microsoft.com/office/drawing/2014/main" id="{A8EBC5B7-70D0-D27E-616B-EB56C5DACECE}"/>
              </a:ext>
            </a:extLst>
          </p:cNvPr>
          <p:cNvSpPr/>
          <p:nvPr userDrawn="1"/>
        </p:nvSpPr>
        <p:spPr>
          <a:xfrm>
            <a:off x="1949880" y="967076"/>
            <a:ext cx="8342436" cy="616506"/>
          </a:xfrm>
          <a:prstGeom prst="roundRect">
            <a:avLst>
              <a:gd name="adj" fmla="val 27536"/>
            </a:avLst>
          </a:prstGeom>
          <a:solidFill>
            <a:srgbClr val="BBD6EE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4" name="텍스트 개체 틀 17">
            <a:extLst>
              <a:ext uri="{FF2B5EF4-FFF2-40B4-BE49-F238E27FC236}">
                <a16:creationId xmlns:a16="http://schemas.microsoft.com/office/drawing/2014/main" id="{1E44EE36-C334-5365-7245-B383814CFC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60263" y="1076583"/>
            <a:ext cx="8300156" cy="447303"/>
          </a:xfrm>
        </p:spPr>
        <p:txBody>
          <a:bodyPr anchor="ctr">
            <a:noAutofit/>
          </a:bodyPr>
          <a:lstStyle>
            <a:lvl1pPr marL="0" indent="0" algn="ctr">
              <a:buNone/>
              <a:defRPr lang="ko-KR" altLang="en-US" sz="3200" b="1" kern="1200" spc="-5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1pPr>
          </a:lstStyle>
          <a:p>
            <a:pPr marL="228600" lvl="0" indent="-22860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 dirty="0"/>
              <a:t>텍스트를 입력하십시오</a:t>
            </a:r>
          </a:p>
        </p:txBody>
      </p:sp>
    </p:spTree>
    <p:extLst>
      <p:ext uri="{BB962C8B-B14F-4D97-AF65-F5344CB8AC3E}">
        <p14:creationId xmlns:p14="http://schemas.microsoft.com/office/powerpoint/2010/main" val="4144493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E16CB3-FB01-8131-1ED4-D6A5D1382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23" latinLnBrk="1">
              <a:buClrTx/>
              <a:buSzTx/>
              <a:defRPr/>
            </a:pPr>
            <a:fld id="{232A305B-107C-42BA-BA5A-AD640894C55D}" type="datetimeFigureOut">
              <a:rPr lang="ko-KR" altLang="en-US" kern="1200" smtClean="0">
                <a:solidFill>
                  <a:prstClr val="black">
                    <a:tint val="75000"/>
                  </a:prstClr>
                </a:solidFill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defTabSz="914423" latinLnBrk="1">
                <a:buClrTx/>
                <a:buSzTx/>
                <a:defRPr/>
              </a:pPr>
              <a:t>2026-09-18</a:t>
            </a:fld>
            <a:endParaRPr lang="ko-KR" altLang="en-US" kern="1200">
              <a:solidFill>
                <a:prstClr val="black">
                  <a:tint val="75000"/>
                </a:prstClr>
              </a:solidFill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FE3E16-0904-CD85-F513-2B981845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23" latinLnBrk="1">
              <a:buClrTx/>
              <a:buSzTx/>
              <a:defRPr/>
            </a:pPr>
            <a:endParaRPr lang="ko-KR" altLang="en-US" kern="1200">
              <a:solidFill>
                <a:prstClr val="black">
                  <a:tint val="75000"/>
                </a:prstClr>
              </a:solidFill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7024B1-CC1E-98AC-B396-DCD3F54E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23" latinLnBrk="1">
              <a:buClrTx/>
              <a:buSzTx/>
              <a:defRPr/>
            </a:pPr>
            <a:fld id="{60D8B96E-589E-4417-A49E-3FB74C81EA3B}" type="slidenum">
              <a:rPr lang="ko-KR" altLang="en-US" kern="1200" smtClean="0">
                <a:solidFill>
                  <a:prstClr val="black">
                    <a:tint val="75000"/>
                  </a:prstClr>
                </a:solidFill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defTabSz="914423" latinLnBrk="1">
                <a:buClrTx/>
                <a:buSzTx/>
                <a:defRPr/>
              </a:pPr>
              <a:t>‹#›</a:t>
            </a:fld>
            <a:endParaRPr lang="ko-KR" altLang="en-US" kern="1200">
              <a:solidFill>
                <a:prstClr val="black">
                  <a:tint val="75000"/>
                </a:prstClr>
              </a:solidFill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모서리가 둥근 직사각형 16">
            <a:extLst>
              <a:ext uri="{FF2B5EF4-FFF2-40B4-BE49-F238E27FC236}">
                <a16:creationId xmlns:a16="http://schemas.microsoft.com/office/drawing/2014/main" id="{95917BBB-C2D9-D13A-FA02-51EFA762B303}"/>
              </a:ext>
            </a:extLst>
          </p:cNvPr>
          <p:cNvSpPr/>
          <p:nvPr userDrawn="1"/>
        </p:nvSpPr>
        <p:spPr>
          <a:xfrm>
            <a:off x="868667" y="1061346"/>
            <a:ext cx="4841019" cy="616506"/>
          </a:xfrm>
          <a:prstGeom prst="roundRect">
            <a:avLst>
              <a:gd name="adj" fmla="val 27536"/>
            </a:avLst>
          </a:prstGeom>
          <a:solidFill>
            <a:srgbClr val="BBD6EE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2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4" name="텍스트 개체 틀 17">
            <a:extLst>
              <a:ext uri="{FF2B5EF4-FFF2-40B4-BE49-F238E27FC236}">
                <a16:creationId xmlns:a16="http://schemas.microsoft.com/office/drawing/2014/main" id="{4023054D-CE6C-5D04-B759-C38052DD11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8667" y="1149341"/>
            <a:ext cx="4841019" cy="447303"/>
          </a:xfrm>
        </p:spPr>
        <p:txBody>
          <a:bodyPr anchor="ctr">
            <a:noAutofit/>
          </a:bodyPr>
          <a:lstStyle>
            <a:lvl1pPr marL="0" indent="0" algn="ctr">
              <a:buNone/>
              <a:defRPr lang="ko-KR" altLang="en-US" sz="2400" b="0" kern="1200" spc="-5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0000800000000000000" pitchFamily="2" charset="-127"/>
                <a:ea typeface="KoPub돋움체 Medium" panose="02020603020101020101"/>
                <a:cs typeface="+mn-cs"/>
              </a:defRPr>
            </a:lvl1pPr>
          </a:lstStyle>
          <a:p>
            <a:pPr marL="228606" lvl="0" indent="-228606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 dirty="0"/>
              <a:t>텍스트를 입력하십시오</a:t>
            </a:r>
          </a:p>
        </p:txBody>
      </p:sp>
    </p:spTree>
    <p:extLst>
      <p:ext uri="{BB962C8B-B14F-4D97-AF65-F5344CB8AC3E}">
        <p14:creationId xmlns:p14="http://schemas.microsoft.com/office/powerpoint/2010/main" val="3727775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E16CB3-FB01-8131-1ED4-D6A5D1382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>
              <a:defRPr/>
            </a:pPr>
            <a:fld id="{232A305B-107C-42BA-BA5A-AD640894C55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2026-09-18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FE3E16-0904-CD85-F513-2B981845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7024B1-CC1E-98AC-B396-DCD3F54E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>
              <a:defRPr/>
            </a:pPr>
            <a:fld id="{60D8B96E-589E-4417-A49E-3FB74C81EA3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71D13D0-CA07-5580-73D9-18DF646AEE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22"/>
          <a:stretch/>
        </p:blipFill>
        <p:spPr>
          <a:xfrm>
            <a:off x="6949320" y="3672413"/>
            <a:ext cx="4809294" cy="3030114"/>
          </a:xfrm>
          <a:prstGeom prst="rect">
            <a:avLst/>
          </a:prstGeom>
        </p:spPr>
      </p:pic>
      <p:sp>
        <p:nvSpPr>
          <p:cNvPr id="13" name="모서리가 둥근 직사각형 8">
            <a:extLst>
              <a:ext uri="{FF2B5EF4-FFF2-40B4-BE49-F238E27FC236}">
                <a16:creationId xmlns:a16="http://schemas.microsoft.com/office/drawing/2014/main" id="{37888565-7921-7E86-D4A8-1E96D1A997DA}"/>
              </a:ext>
            </a:extLst>
          </p:cNvPr>
          <p:cNvSpPr/>
          <p:nvPr userDrawn="1"/>
        </p:nvSpPr>
        <p:spPr>
          <a:xfrm>
            <a:off x="1419224" y="2122585"/>
            <a:ext cx="8886602" cy="1989982"/>
          </a:xfrm>
          <a:prstGeom prst="roundRect">
            <a:avLst>
              <a:gd name="adj" fmla="val 1672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7" name="텍스트 개체 틀 17">
            <a:extLst>
              <a:ext uri="{FF2B5EF4-FFF2-40B4-BE49-F238E27FC236}">
                <a16:creationId xmlns:a16="http://schemas.microsoft.com/office/drawing/2014/main" id="{66C72E59-467C-04B3-D369-93A25022EF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9860" y="2510205"/>
            <a:ext cx="4820059" cy="714042"/>
          </a:xfrm>
        </p:spPr>
        <p:txBody>
          <a:bodyPr anchor="ctr">
            <a:noAutofit/>
          </a:bodyPr>
          <a:lstStyle>
            <a:lvl1pPr marL="0" indent="0">
              <a:buNone/>
              <a:defRPr lang="ko-KR" altLang="en-US" sz="3600" b="0" kern="1200" spc="-5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pPr marL="228600" lvl="0" indent="-22860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 dirty="0"/>
              <a:t>텍스트를 입력하십시오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0DF3FCE5-DDD5-5362-D56C-DC3EACBA2F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9860" y="3406452"/>
            <a:ext cx="3956798" cy="423338"/>
          </a:xfrm>
        </p:spPr>
        <p:txBody>
          <a:bodyPr anchor="ctr">
            <a:noAutofit/>
          </a:bodyPr>
          <a:lstStyle>
            <a:lvl1pPr marL="0" indent="0">
              <a:buNone/>
              <a:defRPr lang="ko-KR" altLang="en-US" sz="2800" b="0" kern="1200" spc="-50" baseline="0" dirty="0">
                <a:solidFill>
                  <a:schemeClr val="bg1">
                    <a:lumMod val="65000"/>
                  </a:schemeClr>
                </a:solidFill>
                <a:latin typeface="KoPub돋움체 Bold" panose="00000800000000000000" pitchFamily="2" charset="-127"/>
                <a:ea typeface="KoPub돋움체 Medium" panose="02020603020101020101"/>
                <a:cs typeface="+mn-cs"/>
              </a:defRPr>
            </a:lvl1pPr>
          </a:lstStyle>
          <a:p>
            <a:pPr marL="228600" lvl="0" indent="-22860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 dirty="0"/>
              <a:t>텍스트를 입력하십시오</a:t>
            </a:r>
          </a:p>
        </p:txBody>
      </p:sp>
      <p:sp>
        <p:nvSpPr>
          <p:cNvPr id="12" name="Google Shape;59;p12">
            <a:extLst>
              <a:ext uri="{FF2B5EF4-FFF2-40B4-BE49-F238E27FC236}">
                <a16:creationId xmlns:a16="http://schemas.microsoft.com/office/drawing/2014/main" id="{A1585688-3EBD-620E-B968-AFF2407B0855}"/>
              </a:ext>
            </a:extLst>
          </p:cNvPr>
          <p:cNvSpPr/>
          <p:nvPr userDrawn="1"/>
        </p:nvSpPr>
        <p:spPr>
          <a:xfrm>
            <a:off x="1419224" y="1778705"/>
            <a:ext cx="1990584" cy="445921"/>
          </a:xfrm>
          <a:prstGeom prst="roundRect">
            <a:avLst>
              <a:gd name="adj" fmla="val 50000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60;p12">
            <a:extLst>
              <a:ext uri="{FF2B5EF4-FFF2-40B4-BE49-F238E27FC236}">
                <a16:creationId xmlns:a16="http://schemas.microsoft.com/office/drawing/2014/main" id="{65E3EE29-83BC-E46E-5E6D-1F026DEABA05}"/>
              </a:ext>
            </a:extLst>
          </p:cNvPr>
          <p:cNvSpPr/>
          <p:nvPr userDrawn="1"/>
        </p:nvSpPr>
        <p:spPr>
          <a:xfrm>
            <a:off x="2913260" y="1440553"/>
            <a:ext cx="977900" cy="977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61;p12">
            <a:extLst>
              <a:ext uri="{FF2B5EF4-FFF2-40B4-BE49-F238E27FC236}">
                <a16:creationId xmlns:a16="http://schemas.microsoft.com/office/drawing/2014/main" id="{4E6BA001-4FA7-AF84-90D9-E49E44608825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2866129" y="1540724"/>
            <a:ext cx="89533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chemeClr val="bg1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1" name="Google Shape;62;p12">
            <a:extLst>
              <a:ext uri="{FF2B5EF4-FFF2-40B4-BE49-F238E27FC236}">
                <a16:creationId xmlns:a16="http://schemas.microsoft.com/office/drawing/2014/main" id="{C822B89F-167A-A836-CCB6-72BFC739F51D}"/>
              </a:ext>
            </a:extLst>
          </p:cNvPr>
          <p:cNvSpPr txBox="1"/>
          <p:nvPr userDrawn="1"/>
        </p:nvSpPr>
        <p:spPr>
          <a:xfrm>
            <a:off x="1380090" y="1762961"/>
            <a:ext cx="164056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ko-KR" sz="2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</a:t>
            </a:r>
            <a:endParaRPr sz="2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68110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빈 화면">
  <p:cSld name="3_빈 화면">
    <p:bg>
      <p:bgPr>
        <a:solidFill>
          <a:srgbClr val="93B4C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1" name="템플릿 패널"/>
          <p:cNvPicPr>
            <a:picLocks noChangeAspect="1"/>
          </p:cNvPicPr>
          <p:nvPr userDrawn="1"/>
        </p:nvPicPr>
        <p:blipFill>
          <a:blip r:embed="rIdTplP"/>
          <a:stretch>
            <a:fillRect/>
          </a:stretch>
        </p:blipFill>
        <p:spPr>
          <a:xfrm>
            <a:off x="397934" y="482600"/>
            <a:ext cx="11396133" cy="5884333"/>
          </a:xfrm>
          <a:prstGeom prst="rect">
            <a:avLst/>
          </a:prstGeom>
        </p:spPr>
      </p:pic>
      <p:pic>
        <p:nvPicPr>
          <p:cNvPr id="9002" name="템플릿 로고"/>
          <p:cNvPicPr>
            <a:picLocks noChangeAspect="1"/>
          </p:cNvPicPr>
          <p:nvPr userDrawn="1"/>
        </p:nvPicPr>
        <p:blipFill>
          <a:blip r:embed="rIdTplL"/>
          <a:stretch>
            <a:fillRect/>
          </a:stretch>
        </p:blipFill>
        <p:spPr>
          <a:xfrm>
            <a:off x="9347200" y="500000"/>
            <a:ext cx="1879600" cy="431800"/>
          </a:xfrm>
          <a:prstGeom prst="rect">
            <a:avLst/>
          </a:prstGeom>
        </p:spPr>
      </p:pic>
      <p:sp>
        <p:nvSpPr>
          <p:cNvPr id="57" name="Google Shape;57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66" name="Google Shape;66;p60"/>
          <p:cNvSpPr/>
          <p:nvPr/>
        </p:nvSpPr>
        <p:spPr>
          <a:xfrm>
            <a:off x="1949880" y="967076"/>
            <a:ext cx="8342436" cy="616506"/>
          </a:xfrm>
          <a:prstGeom prst="roundRect">
            <a:avLst>
              <a:gd name="adj" fmla="val 27536"/>
            </a:avLst>
          </a:prstGeom>
          <a:solidFill>
            <a:srgbClr val="BBD6EE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0"/>
          <p:cNvSpPr txBox="1">
            <a:spLocks noGrp="1"/>
          </p:cNvSpPr>
          <p:nvPr>
            <p:ph type="body" idx="1"/>
          </p:nvPr>
        </p:nvSpPr>
        <p:spPr>
          <a:xfrm>
            <a:off x="1960263" y="1076583"/>
            <a:ext cx="8300156" cy="447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  <a:defRPr sz="32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0926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B4C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B4C3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" name="Google Shape;149;p34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" name="Google Shape;150;p34"/>
          <p:cNvSpPr txBox="1">
            <a:spLocks noGrp="1"/>
          </p:cNvSpPr>
          <p:nvPr>
            <p:ph type="dt" idx="10"/>
          </p:nvPr>
        </p:nvSpPr>
        <p:spPr>
          <a:xfrm>
            <a:off x="838201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" name="Google Shape;151;p34"/>
          <p:cNvSpPr txBox="1">
            <a:spLocks noGrp="1"/>
          </p:cNvSpPr>
          <p:nvPr>
            <p:ph type="ftr" idx="11"/>
          </p:nvPr>
        </p:nvSpPr>
        <p:spPr>
          <a:xfrm>
            <a:off x="4038601" y="63563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34"/>
          <p:cNvSpPr txBox="1">
            <a:spLocks noGrp="1"/>
          </p:cNvSpPr>
          <p:nvPr>
            <p:ph type="sldNum" idx="12"/>
          </p:nvPr>
        </p:nvSpPr>
        <p:spPr>
          <a:xfrm>
            <a:off x="8610601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6" r:id="rId2"/>
    <p:sldLayoutId id="2147483667" r:id="rId3"/>
    <p:sldLayoutId id="2147483668" r:id="rId4"/>
    <p:sldLayoutId id="2147483669" r:id="rId5"/>
    <p:sldLayoutId id="2147483671" r:id="rId6"/>
    <p:sldLayoutId id="2147483713" r:id="rId7"/>
    <p:sldLayoutId id="2147483722" r:id="rId8"/>
    <p:sldLayoutId id="2147483732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B4C3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7" name="Google Shape;267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68" name="Google Shape;268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69" name="Google Shape;269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70" name="Google Shape;270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71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B4C3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0" name="Google Shape;400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01" name="Google Shape;40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02" name="Google Shape;40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03" name="Google Shape;40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5" r:id="rId5"/>
    <p:sldLayoutId id="2147483696" r:id="rId6"/>
    <p:sldLayoutId id="2147483697" r:id="rId7"/>
    <p:sldLayoutId id="2147483698" r:id="rId8"/>
    <p:sldLayoutId id="2147483716" r:id="rId9"/>
    <p:sldLayoutId id="2147483728" r:id="rId10"/>
    <p:sldLayoutId id="2147483730" r:id="rId11"/>
    <p:sldLayoutId id="214748373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8;p1">
            <a:extLst>
              <a:ext uri="{FF2B5EF4-FFF2-40B4-BE49-F238E27FC236}">
                <a16:creationId xmlns:a16="http://schemas.microsoft.com/office/drawing/2014/main" id="{E1D26989-95EC-5FB5-5230-1E6620902FC4}"/>
              </a:ext>
            </a:extLst>
          </p:cNvPr>
          <p:cNvSpPr/>
          <p:nvPr/>
        </p:nvSpPr>
        <p:spPr>
          <a:xfrm>
            <a:off x="1401428" y="5113980"/>
            <a:ext cx="2767159" cy="599002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Arial"/>
                <a:sym typeface="Arial"/>
              </a:rPr>
              <a:t>김응난</a:t>
            </a:r>
            <a:r>
              <a:rPr lang="en-US" altLang="ko-KR" sz="2500" b="1" i="0" u="none" strike="noStrike" cap="none" dirty="0">
                <a:solidFill>
                  <a:schemeClr val="lt1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altLang="en-US" sz="2500" b="1" i="0" u="none" strike="noStrike" cap="none" dirty="0" err="1">
                <a:solidFill>
                  <a:schemeClr val="lt1"/>
                </a:solidFill>
                <a:latin typeface="+mj-ea"/>
                <a:ea typeface="+mj-ea"/>
                <a:cs typeface="Arial"/>
                <a:sym typeface="Arial"/>
              </a:rPr>
              <a:t>김수종</a:t>
            </a:r>
            <a:endParaRPr sz="2500" b="1" i="0" u="none" strike="noStrike" cap="none" dirty="0">
              <a:solidFill>
                <a:schemeClr val="lt1"/>
              </a:solidFill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4FCC1558-07E0-4322-A4E4-D5C6A37ED523}"/>
              </a:ext>
            </a:extLst>
          </p:cNvPr>
          <p:cNvSpPr txBox="1"/>
          <p:nvPr/>
        </p:nvSpPr>
        <p:spPr>
          <a:xfrm>
            <a:off x="1252817" y="2158070"/>
            <a:ext cx="4419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sz="5000" b="1" i="0" u="none" strike="noStrike" kern="0" cap="none" spc="0" normalizeH="0" baseline="0" noProof="0" dirty="0" err="1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Arial"/>
              </a:rPr>
              <a:t>마이크로비트</a:t>
            </a:r>
            <a:endParaRPr lang="ko-KR" altLang="en-US" sz="5000" b="1" dirty="0">
              <a:latin typeface="thoma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A14B0E8-8AB6-4E93-85CF-DC663D8EFBA6}"/>
              </a:ext>
            </a:extLst>
          </p:cNvPr>
          <p:cNvGrpSpPr/>
          <p:nvPr/>
        </p:nvGrpSpPr>
        <p:grpSpPr>
          <a:xfrm>
            <a:off x="1401428" y="3053840"/>
            <a:ext cx="2767159" cy="1568634"/>
            <a:chOff x="1401428" y="3312980"/>
            <a:chExt cx="2669720" cy="186678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A23C66B-D612-4AF3-B364-6C03A5E3ED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4796" r="6496"/>
            <a:stretch/>
          </p:blipFill>
          <p:spPr>
            <a:xfrm>
              <a:off x="1401428" y="3887163"/>
              <a:ext cx="2657846" cy="1292603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D289FD7-48AF-4E5F-BC16-223763DB8C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1984" b="12028"/>
            <a:stretch/>
          </p:blipFill>
          <p:spPr>
            <a:xfrm>
              <a:off x="1413302" y="3312980"/>
              <a:ext cx="2657846" cy="6297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5ADFA46D-2E73-068C-1546-76E34FE04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70361" y="1596224"/>
            <a:ext cx="5123114" cy="67095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37138" tIns="68550" rIns="137138" bIns="68550" rtlCol="0" anchor="ctr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ko-KR" sz="33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이번 시간 학습 내용</a:t>
            </a:r>
            <a:endParaRPr sz="33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8" name="Google Shape;135;p4">
            <a:extLst>
              <a:ext uri="{FF2B5EF4-FFF2-40B4-BE49-F238E27FC236}">
                <a16:creationId xmlns:a16="http://schemas.microsoft.com/office/drawing/2014/main" id="{CA4D59C2-A1E5-D312-4B3F-1AB446D673C0}"/>
              </a:ext>
            </a:extLst>
          </p:cNvPr>
          <p:cNvCxnSpPr/>
          <p:nvPr/>
        </p:nvCxnSpPr>
        <p:spPr>
          <a:xfrm>
            <a:off x="2549585" y="3480399"/>
            <a:ext cx="7270647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Google Shape;137;p4">
            <a:extLst>
              <a:ext uri="{FF2B5EF4-FFF2-40B4-BE49-F238E27FC236}">
                <a16:creationId xmlns:a16="http://schemas.microsoft.com/office/drawing/2014/main" id="{61D4016B-5DD8-EC31-F9D2-4AFA8E5E2D8B}"/>
              </a:ext>
            </a:extLst>
          </p:cNvPr>
          <p:cNvSpPr/>
          <p:nvPr/>
        </p:nvSpPr>
        <p:spPr>
          <a:xfrm>
            <a:off x="2740213" y="2872966"/>
            <a:ext cx="515675" cy="515675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40;p4">
            <a:extLst>
              <a:ext uri="{FF2B5EF4-FFF2-40B4-BE49-F238E27FC236}">
                <a16:creationId xmlns:a16="http://schemas.microsoft.com/office/drawing/2014/main" id="{244C6ED0-ABD0-CBA4-12D1-7A7DF3026E75}"/>
              </a:ext>
            </a:extLst>
          </p:cNvPr>
          <p:cNvSpPr txBox="1"/>
          <p:nvPr/>
        </p:nvSpPr>
        <p:spPr>
          <a:xfrm>
            <a:off x="2764810" y="2798964"/>
            <a:ext cx="428763" cy="55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r>
              <a:rPr lang="ko-KR" altLang="en-US" sz="2700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endParaRPr sz="2100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43;p4">
            <a:extLst>
              <a:ext uri="{FF2B5EF4-FFF2-40B4-BE49-F238E27FC236}">
                <a16:creationId xmlns:a16="http://schemas.microsoft.com/office/drawing/2014/main" id="{2872BC33-A882-9B5C-CD78-296F6A484F5D}"/>
              </a:ext>
            </a:extLst>
          </p:cNvPr>
          <p:cNvSpPr txBox="1"/>
          <p:nvPr/>
        </p:nvSpPr>
        <p:spPr>
          <a:xfrm>
            <a:off x="3370361" y="2872966"/>
            <a:ext cx="6259244" cy="569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altLang="en-US" sz="2800" dirty="0">
                <a:solidFill>
                  <a:srgbClr val="FFFFFF"/>
                </a:solidFill>
              </a:rPr>
              <a:t>사운드 입</a:t>
            </a:r>
            <a:r>
              <a:rPr lang="en-US" altLang="ko-KR" sz="2800" dirty="0">
                <a:solidFill>
                  <a:srgbClr val="FFFFFF"/>
                </a:solidFill>
              </a:rPr>
              <a:t>/</a:t>
            </a:r>
            <a:r>
              <a:rPr lang="ko-KR" altLang="en-US" sz="2800" dirty="0">
                <a:solidFill>
                  <a:srgbClr val="FFFFFF"/>
                </a:solidFill>
              </a:rPr>
              <a:t>출력</a:t>
            </a:r>
            <a:endParaRPr lang="ko-KR" altLang="en-US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135;p4">
            <a:extLst>
              <a:ext uri="{FF2B5EF4-FFF2-40B4-BE49-F238E27FC236}">
                <a16:creationId xmlns:a16="http://schemas.microsoft.com/office/drawing/2014/main" id="{6401498F-0593-19F3-3B34-870E9ED7B447}"/>
              </a:ext>
            </a:extLst>
          </p:cNvPr>
          <p:cNvCxnSpPr/>
          <p:nvPr/>
        </p:nvCxnSpPr>
        <p:spPr>
          <a:xfrm>
            <a:off x="2549585" y="4346734"/>
            <a:ext cx="7270647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137;p4">
            <a:extLst>
              <a:ext uri="{FF2B5EF4-FFF2-40B4-BE49-F238E27FC236}">
                <a16:creationId xmlns:a16="http://schemas.microsoft.com/office/drawing/2014/main" id="{BBAA727C-20DA-A7A8-2C14-030ADEB0698C}"/>
              </a:ext>
            </a:extLst>
          </p:cNvPr>
          <p:cNvSpPr/>
          <p:nvPr/>
        </p:nvSpPr>
        <p:spPr>
          <a:xfrm>
            <a:off x="2740213" y="3739301"/>
            <a:ext cx="515675" cy="515675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40;p4">
            <a:extLst>
              <a:ext uri="{FF2B5EF4-FFF2-40B4-BE49-F238E27FC236}">
                <a16:creationId xmlns:a16="http://schemas.microsoft.com/office/drawing/2014/main" id="{58EEBF52-7C3C-A8B6-DE8E-0DBCEE538082}"/>
              </a:ext>
            </a:extLst>
          </p:cNvPr>
          <p:cNvSpPr txBox="1"/>
          <p:nvPr/>
        </p:nvSpPr>
        <p:spPr>
          <a:xfrm>
            <a:off x="2764810" y="3665299"/>
            <a:ext cx="428763" cy="55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r>
              <a:rPr lang="ko-KR" altLang="en-US" sz="27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endParaRPr sz="2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143;p4">
            <a:extLst>
              <a:ext uri="{FF2B5EF4-FFF2-40B4-BE49-F238E27FC236}">
                <a16:creationId xmlns:a16="http://schemas.microsoft.com/office/drawing/2014/main" id="{2EBAA737-B2C1-B935-4E11-12F1F4A3726E}"/>
              </a:ext>
            </a:extLst>
          </p:cNvPr>
          <p:cNvSpPr txBox="1"/>
          <p:nvPr/>
        </p:nvSpPr>
        <p:spPr>
          <a:xfrm>
            <a:off x="3370361" y="3739301"/>
            <a:ext cx="6259244" cy="569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반응 속도 체크 게임</a:t>
            </a:r>
            <a:endParaRPr lang="ko-KR" altLang="en-US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35;p4">
            <a:extLst>
              <a:ext uri="{FF2B5EF4-FFF2-40B4-BE49-F238E27FC236}">
                <a16:creationId xmlns:a16="http://schemas.microsoft.com/office/drawing/2014/main" id="{69AAC055-361C-414E-A639-704C386307CC}"/>
              </a:ext>
            </a:extLst>
          </p:cNvPr>
          <p:cNvCxnSpPr/>
          <p:nvPr/>
        </p:nvCxnSpPr>
        <p:spPr>
          <a:xfrm>
            <a:off x="2549585" y="5195312"/>
            <a:ext cx="7270647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37;p4">
            <a:extLst>
              <a:ext uri="{FF2B5EF4-FFF2-40B4-BE49-F238E27FC236}">
                <a16:creationId xmlns:a16="http://schemas.microsoft.com/office/drawing/2014/main" id="{F28240DD-4A0C-4ABB-B090-990C0A532699}"/>
              </a:ext>
            </a:extLst>
          </p:cNvPr>
          <p:cNvSpPr/>
          <p:nvPr/>
        </p:nvSpPr>
        <p:spPr>
          <a:xfrm>
            <a:off x="2740213" y="4587879"/>
            <a:ext cx="515675" cy="515675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40;p4">
            <a:extLst>
              <a:ext uri="{FF2B5EF4-FFF2-40B4-BE49-F238E27FC236}">
                <a16:creationId xmlns:a16="http://schemas.microsoft.com/office/drawing/2014/main" id="{48D23BEF-173C-4761-BCB0-5A12E2695B44}"/>
              </a:ext>
            </a:extLst>
          </p:cNvPr>
          <p:cNvSpPr txBox="1"/>
          <p:nvPr/>
        </p:nvSpPr>
        <p:spPr>
          <a:xfrm>
            <a:off x="2764810" y="4513877"/>
            <a:ext cx="428763" cy="55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r>
              <a:rPr lang="ko-KR" altLang="en-US" sz="27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endParaRPr sz="2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43;p4">
            <a:extLst>
              <a:ext uri="{FF2B5EF4-FFF2-40B4-BE49-F238E27FC236}">
                <a16:creationId xmlns:a16="http://schemas.microsoft.com/office/drawing/2014/main" id="{6E69E279-F09C-4D2B-9553-CA77F509AD1D}"/>
              </a:ext>
            </a:extLst>
          </p:cNvPr>
          <p:cNvSpPr txBox="1"/>
          <p:nvPr/>
        </p:nvSpPr>
        <p:spPr>
          <a:xfrm>
            <a:off x="3370361" y="4587879"/>
            <a:ext cx="6259244" cy="569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떨어지는 별 받기 게임</a:t>
            </a:r>
            <a:endParaRPr lang="ko-KR" altLang="en-US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789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>
            <a:spLocks noGrp="1"/>
          </p:cNvSpPr>
          <p:nvPr>
            <p:ph type="body" idx="1"/>
          </p:nvPr>
        </p:nvSpPr>
        <p:spPr>
          <a:xfrm>
            <a:off x="1960263" y="1076583"/>
            <a:ext cx="8300156" cy="447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ko-KR" b="1">
                <a:solidFill>
                  <a:srgbClr val="2F5597"/>
                </a:solidFill>
              </a:rPr>
              <a:t>마이크로비트(V2) 구조</a:t>
            </a:r>
            <a:endParaRPr/>
          </a:p>
        </p:txBody>
      </p:sp>
      <p:pic>
        <p:nvPicPr>
          <p:cNvPr id="189" name="Google Shape;189;p4"/>
          <p:cNvPicPr preferRelativeResize="0"/>
          <p:nvPr/>
        </p:nvPicPr>
        <p:blipFill rotWithShape="1">
          <a:blip r:embed="rId3">
            <a:alphaModFix/>
          </a:blip>
          <a:srcRect r="56955"/>
          <a:stretch/>
        </p:blipFill>
        <p:spPr>
          <a:xfrm>
            <a:off x="997267" y="2210782"/>
            <a:ext cx="4302701" cy="386735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4"/>
          <p:cNvSpPr txBox="1"/>
          <p:nvPr/>
        </p:nvSpPr>
        <p:spPr>
          <a:xfrm>
            <a:off x="2324877" y="5546207"/>
            <a:ext cx="550070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핀-0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164738" y="3500905"/>
            <a:ext cx="2018948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LED화면 &amp; 빛 센서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868389" y="3081503"/>
            <a:ext cx="1211555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터치 로고</a:t>
            </a:r>
            <a:endParaRPr sz="1500" b="1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3764328" y="2529760"/>
            <a:ext cx="1211555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마이크 LED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868388" y="2552352"/>
            <a:ext cx="1578542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USB 연결 소켓</a:t>
            </a:r>
            <a:endParaRPr sz="1500" b="1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2874947" y="5546207"/>
            <a:ext cx="550070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핀-1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3553895" y="5546207"/>
            <a:ext cx="550070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핀-2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4103965" y="5546207"/>
            <a:ext cx="769449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핀-3V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4654035" y="5546207"/>
            <a:ext cx="980325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핀-GND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375536" y="3915939"/>
            <a:ext cx="2018948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버튼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4"/>
          <p:cNvPicPr preferRelativeResize="0"/>
          <p:nvPr/>
        </p:nvPicPr>
        <p:blipFill rotWithShape="1">
          <a:blip r:embed="rId3">
            <a:alphaModFix/>
          </a:blip>
          <a:srcRect l="43382" r="8934"/>
          <a:stretch/>
        </p:blipFill>
        <p:spPr>
          <a:xfrm>
            <a:off x="6305649" y="2210782"/>
            <a:ext cx="4605006" cy="373640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"/>
          <p:cNvSpPr/>
          <p:nvPr/>
        </p:nvSpPr>
        <p:spPr>
          <a:xfrm>
            <a:off x="3211167" y="1808917"/>
            <a:ext cx="977400" cy="570600"/>
          </a:xfrm>
          <a:prstGeom prst="roundRect">
            <a:avLst>
              <a:gd name="adj" fmla="val 16667"/>
            </a:avLst>
          </a:prstGeom>
          <a:solidFill>
            <a:schemeClr val="accent4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앞면</a:t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8215968" y="1640254"/>
            <a:ext cx="977400" cy="570600"/>
          </a:xfrm>
          <a:prstGeom prst="roundRect">
            <a:avLst>
              <a:gd name="adj" fmla="val 16667"/>
            </a:avLst>
          </a:prstGeom>
          <a:solidFill>
            <a:schemeClr val="accent4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뒷면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5898125" y="2341870"/>
            <a:ext cx="1660739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라디오&amp;블루투스 안테나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7176869" y="2529526"/>
            <a:ext cx="761384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마이크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8809473" y="2277974"/>
            <a:ext cx="1606250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리셋&amp;전원 버튼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9373145" y="2829951"/>
            <a:ext cx="1606250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배터리 소켓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9373145" y="3367476"/>
            <a:ext cx="2016896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CPU &amp; 온도 센서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9373145" y="3742595"/>
            <a:ext cx="1606250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스피커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6222444" y="5797759"/>
            <a:ext cx="1606250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나침반(자기) &amp;가속도 센서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7080472" y="5321883"/>
            <a:ext cx="1606250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5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핀</a:t>
            </a:r>
            <a:endParaRPr sz="15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4293" y="2838849"/>
            <a:ext cx="3520745" cy="2865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28263" y="2977194"/>
            <a:ext cx="3482642" cy="267485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2"/>
          <p:cNvSpPr txBox="1">
            <a:spLocks noGrp="1"/>
          </p:cNvSpPr>
          <p:nvPr>
            <p:ph type="body" idx="1"/>
          </p:nvPr>
        </p:nvSpPr>
        <p:spPr>
          <a:xfrm>
            <a:off x="1960263" y="1076583"/>
            <a:ext cx="8300156" cy="447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ko-KR" b="1">
                <a:solidFill>
                  <a:srgbClr val="2F5597"/>
                </a:solidFill>
              </a:rPr>
              <a:t>마이크로비트(V2) 구조</a:t>
            </a:r>
            <a:endParaRPr/>
          </a:p>
        </p:txBody>
      </p:sp>
      <p:sp>
        <p:nvSpPr>
          <p:cNvPr id="218" name="Google Shape;218;p72"/>
          <p:cNvSpPr txBox="1"/>
          <p:nvPr/>
        </p:nvSpPr>
        <p:spPr>
          <a:xfrm>
            <a:off x="935624" y="2472560"/>
            <a:ext cx="1891002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8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USB 연결 소켓</a:t>
            </a:r>
            <a:endParaRPr sz="18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2"/>
          <p:cNvSpPr txBox="1"/>
          <p:nvPr/>
        </p:nvSpPr>
        <p:spPr>
          <a:xfrm>
            <a:off x="260485" y="3855527"/>
            <a:ext cx="2018948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8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버튼</a:t>
            </a:r>
            <a:endParaRPr sz="18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2"/>
          <p:cNvSpPr/>
          <p:nvPr/>
        </p:nvSpPr>
        <p:spPr>
          <a:xfrm>
            <a:off x="3211167" y="1808917"/>
            <a:ext cx="977443" cy="570530"/>
          </a:xfrm>
          <a:prstGeom prst="roundRect">
            <a:avLst>
              <a:gd name="adj" fmla="val 16667"/>
            </a:avLst>
          </a:prstGeom>
          <a:solidFill>
            <a:schemeClr val="accent4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앞면</a:t>
            </a:r>
            <a:endParaRPr/>
          </a:p>
        </p:txBody>
      </p:sp>
      <p:sp>
        <p:nvSpPr>
          <p:cNvPr id="221" name="Google Shape;221;p72"/>
          <p:cNvSpPr/>
          <p:nvPr/>
        </p:nvSpPr>
        <p:spPr>
          <a:xfrm>
            <a:off x="7176868" y="1775204"/>
            <a:ext cx="977443" cy="570530"/>
          </a:xfrm>
          <a:prstGeom prst="roundRect">
            <a:avLst>
              <a:gd name="adj" fmla="val 16667"/>
            </a:avLst>
          </a:prstGeom>
          <a:solidFill>
            <a:schemeClr val="accent4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뒷면</a:t>
            </a:r>
            <a:endParaRPr/>
          </a:p>
        </p:txBody>
      </p:sp>
      <p:sp>
        <p:nvSpPr>
          <p:cNvPr id="222" name="Google Shape;222;p72"/>
          <p:cNvSpPr txBox="1"/>
          <p:nvPr/>
        </p:nvSpPr>
        <p:spPr>
          <a:xfrm>
            <a:off x="5125038" y="2529821"/>
            <a:ext cx="2166746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8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라디오&amp;블루투스 안테나</a:t>
            </a:r>
            <a:endParaRPr sz="18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2"/>
          <p:cNvSpPr txBox="1"/>
          <p:nvPr/>
        </p:nvSpPr>
        <p:spPr>
          <a:xfrm>
            <a:off x="8907780" y="2474090"/>
            <a:ext cx="1606250" cy="50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sz="1800" b="1" i="0" u="none" strike="noStrike" cap="none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리셋&amp;전원 버튼</a:t>
            </a:r>
            <a:endParaRPr sz="18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72"/>
          <p:cNvCxnSpPr/>
          <p:nvPr/>
        </p:nvCxnSpPr>
        <p:spPr>
          <a:xfrm rot="10800000" flipH="1">
            <a:off x="1075062" y="2938282"/>
            <a:ext cx="1940512" cy="37382"/>
          </a:xfrm>
          <a:prstGeom prst="straightConnector1">
            <a:avLst/>
          </a:prstGeom>
          <a:noFill/>
          <a:ln w="34925" cap="flat" cmpd="sng">
            <a:solidFill>
              <a:srgbClr val="ED3BA1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25" name="Google Shape;225;p72"/>
          <p:cNvCxnSpPr/>
          <p:nvPr/>
        </p:nvCxnSpPr>
        <p:spPr>
          <a:xfrm>
            <a:off x="1075062" y="4308914"/>
            <a:ext cx="789716" cy="0"/>
          </a:xfrm>
          <a:prstGeom prst="straightConnector1">
            <a:avLst/>
          </a:prstGeom>
          <a:noFill/>
          <a:ln w="34925" cap="flat" cmpd="sng">
            <a:solidFill>
              <a:srgbClr val="ED3BA1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26" name="Google Shape;226;p72"/>
          <p:cNvCxnSpPr/>
          <p:nvPr/>
        </p:nvCxnSpPr>
        <p:spPr>
          <a:xfrm>
            <a:off x="6001966" y="3070307"/>
            <a:ext cx="612900" cy="521100"/>
          </a:xfrm>
          <a:prstGeom prst="bentConnector3">
            <a:avLst>
              <a:gd name="adj1" fmla="val 2381"/>
            </a:avLst>
          </a:prstGeom>
          <a:noFill/>
          <a:ln w="34925" cap="flat" cmpd="sng">
            <a:solidFill>
              <a:srgbClr val="ED3BA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72"/>
          <p:cNvCxnSpPr/>
          <p:nvPr/>
        </p:nvCxnSpPr>
        <p:spPr>
          <a:xfrm flipH="1">
            <a:off x="8706205" y="3070306"/>
            <a:ext cx="1004700" cy="260700"/>
          </a:xfrm>
          <a:prstGeom prst="bentConnector3">
            <a:avLst>
              <a:gd name="adj1" fmla="val -1318"/>
            </a:avLst>
          </a:prstGeom>
          <a:noFill/>
          <a:ln w="34925" cap="flat" cmpd="sng">
            <a:solidFill>
              <a:srgbClr val="ED3BA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6928686-BF02-49AC-B9E7-9736BCEDD6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138"/>
          <a:stretch/>
        </p:blipFill>
        <p:spPr>
          <a:xfrm>
            <a:off x="758814" y="3611937"/>
            <a:ext cx="5659140" cy="132012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118B5CB-9359-40B2-A621-A27FC65370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519"/>
          <a:stretch/>
        </p:blipFill>
        <p:spPr>
          <a:xfrm>
            <a:off x="3584938" y="1759319"/>
            <a:ext cx="6803315" cy="165581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611B37A-8E1A-EFE4-7AA4-EADAB3E10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263" y="1978401"/>
            <a:ext cx="1020786" cy="1020786"/>
          </a:xfrm>
          <a:prstGeom prst="rect">
            <a:avLst/>
          </a:prstGeom>
        </p:spPr>
      </p:pic>
      <p:sp>
        <p:nvSpPr>
          <p:cNvPr id="10" name="직사각형 39">
            <a:extLst>
              <a:ext uri="{FF2B5EF4-FFF2-40B4-BE49-F238E27FC236}">
                <a16:creationId xmlns:a16="http://schemas.microsoft.com/office/drawing/2014/main" id="{9D69FA49-8257-D914-4914-D538183AA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519" y="3662139"/>
            <a:ext cx="4206590" cy="817494"/>
          </a:xfrm>
          <a:prstGeom prst="roundRect">
            <a:avLst>
              <a:gd name="adj" fmla="val 8160"/>
            </a:avLst>
          </a:prstGeom>
          <a:noFill/>
          <a:ln w="63500" cap="flat" cmpd="sng">
            <a:solidFill>
              <a:srgbClr val="FF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2400"/>
            </a:pPr>
            <a:endParaRPr lang="ko-KR" altLang="en-US" sz="2400" b="1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1F06679-766A-4F43-9EE6-DA7CEABD34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0158" y="3578402"/>
            <a:ext cx="4209402" cy="2433782"/>
          </a:xfrm>
          <a:prstGeom prst="rect">
            <a:avLst/>
          </a:prstGeom>
        </p:spPr>
      </p:pic>
      <p:sp>
        <p:nvSpPr>
          <p:cNvPr id="17" name="타원 30">
            <a:extLst>
              <a:ext uri="{FF2B5EF4-FFF2-40B4-BE49-F238E27FC236}">
                <a16:creationId xmlns:a16="http://schemas.microsoft.com/office/drawing/2014/main" id="{9C31ECF4-98C5-4E52-A874-1388B0171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61" y="3274906"/>
            <a:ext cx="468000" cy="468000"/>
          </a:xfrm>
          <a:prstGeom prst="ellipse">
            <a:avLst/>
          </a:prstGeom>
          <a:solidFill>
            <a:srgbClr val="FF33CC"/>
          </a:solidFill>
          <a:ln w="25400" algn="ctr">
            <a:noFill/>
            <a:round/>
            <a:headEnd/>
            <a:tailEnd/>
          </a:ln>
        </p:spPr>
        <p:txBody>
          <a:bodyPr anchor="ctr"/>
          <a:lstStyle>
            <a:lvl1pPr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219170"/>
            <a:r>
              <a:rPr lang="en-US" altLang="ko-KR" sz="24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865AF2-8262-4985-9551-219CA49FDB0D}"/>
              </a:ext>
            </a:extLst>
          </p:cNvPr>
          <p:cNvSpPr txBox="1"/>
          <p:nvPr/>
        </p:nvSpPr>
        <p:spPr>
          <a:xfrm>
            <a:off x="5798126" y="2748706"/>
            <a:ext cx="27154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b="1" dirty="0" err="1">
                <a:solidFill>
                  <a:schemeClr val="tx1"/>
                </a:solidFill>
                <a:latin typeface="thoma"/>
                <a:ea typeface="+mj-ea"/>
              </a:rPr>
              <a:t>메이크코드</a:t>
            </a:r>
            <a:endParaRPr lang="ko-KR" altLang="en-US" sz="3000" dirty="0">
              <a:solidFill>
                <a:schemeClr val="tx1"/>
              </a:solidFill>
            </a:endParaRPr>
          </a:p>
        </p:txBody>
      </p:sp>
      <p:sp>
        <p:nvSpPr>
          <p:cNvPr id="21" name="직사각형 39">
            <a:extLst>
              <a:ext uri="{FF2B5EF4-FFF2-40B4-BE49-F238E27FC236}">
                <a16:creationId xmlns:a16="http://schemas.microsoft.com/office/drawing/2014/main" id="{C0141623-6C7B-4927-AB44-5BA9264D0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245" y="5030933"/>
            <a:ext cx="1276194" cy="817494"/>
          </a:xfrm>
          <a:prstGeom prst="roundRect">
            <a:avLst>
              <a:gd name="adj" fmla="val 8160"/>
            </a:avLst>
          </a:prstGeom>
          <a:noFill/>
          <a:ln w="63500" cap="flat" cmpd="sng">
            <a:solidFill>
              <a:srgbClr val="FF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2400"/>
            </a:pPr>
            <a:endParaRPr lang="ko-KR" altLang="en-US" sz="2400" b="1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타원 30">
            <a:extLst>
              <a:ext uri="{FF2B5EF4-FFF2-40B4-BE49-F238E27FC236}">
                <a16:creationId xmlns:a16="http://schemas.microsoft.com/office/drawing/2014/main" id="{3F3B0487-786D-4FC1-860B-ED57ECF6C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6245" y="4804906"/>
            <a:ext cx="468000" cy="468000"/>
          </a:xfrm>
          <a:prstGeom prst="ellipse">
            <a:avLst/>
          </a:prstGeom>
          <a:solidFill>
            <a:srgbClr val="FF33CC"/>
          </a:solidFill>
          <a:ln w="25400" algn="ctr">
            <a:noFill/>
            <a:round/>
            <a:headEnd/>
            <a:tailEnd/>
          </a:ln>
        </p:spPr>
        <p:txBody>
          <a:bodyPr anchor="ctr"/>
          <a:lstStyle>
            <a:lvl1pPr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219170"/>
            <a:r>
              <a:rPr lang="en-US" altLang="ko-KR" sz="24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26516B0-75B4-4A7D-A65E-9CF6DBB628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7306" y="4292091"/>
            <a:ext cx="3656143" cy="2176848"/>
          </a:xfrm>
          <a:prstGeom prst="rect">
            <a:avLst/>
          </a:prstGeom>
        </p:spPr>
      </p:pic>
      <p:sp>
        <p:nvSpPr>
          <p:cNvPr id="24" name="직사각형 39">
            <a:extLst>
              <a:ext uri="{FF2B5EF4-FFF2-40B4-BE49-F238E27FC236}">
                <a16:creationId xmlns:a16="http://schemas.microsoft.com/office/drawing/2014/main" id="{D89842CD-C033-4E80-B3DC-D9125B025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3703" y="4311355"/>
            <a:ext cx="3649746" cy="2157584"/>
          </a:xfrm>
          <a:prstGeom prst="roundRect">
            <a:avLst>
              <a:gd name="adj" fmla="val 8160"/>
            </a:avLst>
          </a:prstGeom>
          <a:noFill/>
          <a:ln w="63500" cap="flat" cmpd="sng">
            <a:solidFill>
              <a:srgbClr val="FF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2400"/>
            </a:pPr>
            <a:endParaRPr lang="ko-KR" altLang="en-US" sz="2400" b="1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타원 30">
            <a:extLst>
              <a:ext uri="{FF2B5EF4-FFF2-40B4-BE49-F238E27FC236}">
                <a16:creationId xmlns:a16="http://schemas.microsoft.com/office/drawing/2014/main" id="{7B144573-A935-4C0D-8CF9-7643D651F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9703" y="4085328"/>
            <a:ext cx="468000" cy="468000"/>
          </a:xfrm>
          <a:prstGeom prst="ellipse">
            <a:avLst/>
          </a:prstGeom>
          <a:solidFill>
            <a:srgbClr val="FF33CC"/>
          </a:solidFill>
          <a:ln w="25400" algn="ctr">
            <a:noFill/>
            <a:round/>
            <a:headEnd/>
            <a:tailEnd/>
          </a:ln>
        </p:spPr>
        <p:txBody>
          <a:bodyPr anchor="ctr"/>
          <a:lstStyle>
            <a:lvl1pPr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219170"/>
            <a:r>
              <a:rPr lang="en-US" altLang="ko-KR" sz="24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</a:t>
            </a:r>
          </a:p>
        </p:txBody>
      </p:sp>
      <p:sp>
        <p:nvSpPr>
          <p:cNvPr id="29" name="텍스트 개체 틀 1">
            <a:extLst>
              <a:ext uri="{FF2B5EF4-FFF2-40B4-BE49-F238E27FC236}">
                <a16:creationId xmlns:a16="http://schemas.microsoft.com/office/drawing/2014/main" id="{8D52F1A1-6896-41B5-B34F-451B0323ED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60263" y="1076583"/>
            <a:ext cx="8300156" cy="447303"/>
          </a:xfrm>
        </p:spPr>
        <p:txBody>
          <a:bodyPr/>
          <a:lstStyle/>
          <a:p>
            <a:r>
              <a:rPr lang="ko-KR" altLang="en-US" sz="3500" b="1" dirty="0" err="1">
                <a:solidFill>
                  <a:schemeClr val="bg1"/>
                </a:solidFill>
                <a:latin typeface="+mj-ea"/>
                <a:ea typeface="+mj-ea"/>
              </a:rPr>
              <a:t>마이크로비트</a:t>
            </a:r>
            <a:r>
              <a:rPr lang="ko-KR" altLang="en-US" sz="35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3500" b="1" dirty="0">
                <a:solidFill>
                  <a:schemeClr val="bg1"/>
                </a:solidFill>
                <a:latin typeface="+mj-ea"/>
                <a:ea typeface="+mj-ea"/>
              </a:rPr>
              <a:t>:</a:t>
            </a:r>
            <a:r>
              <a:rPr lang="ko-KR" altLang="en-US" sz="3500" b="1" dirty="0">
                <a:solidFill>
                  <a:schemeClr val="bg1"/>
                </a:solidFill>
                <a:latin typeface="+mj-ea"/>
                <a:ea typeface="+mj-ea"/>
              </a:rPr>
              <a:t> 코딩 준비</a:t>
            </a:r>
          </a:p>
        </p:txBody>
      </p:sp>
      <p:sp>
        <p:nvSpPr>
          <p:cNvPr id="18" name="직사각형 39">
            <a:extLst>
              <a:ext uri="{FF2B5EF4-FFF2-40B4-BE49-F238E27FC236}">
                <a16:creationId xmlns:a16="http://schemas.microsoft.com/office/drawing/2014/main" id="{E1FB32F0-AD0E-415C-9C78-33B59A4A9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747" y="1935071"/>
            <a:ext cx="1371285" cy="1224433"/>
          </a:xfrm>
          <a:prstGeom prst="roundRect">
            <a:avLst>
              <a:gd name="adj" fmla="val 8160"/>
            </a:avLst>
          </a:prstGeom>
          <a:noFill/>
          <a:ln w="63500" cap="flat" cmpd="sng">
            <a:solidFill>
              <a:srgbClr val="FF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2400"/>
            </a:pPr>
            <a:endParaRPr lang="ko-KR" altLang="en-US" sz="2400" b="1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2" name="직사각형 39">
            <a:extLst>
              <a:ext uri="{FF2B5EF4-FFF2-40B4-BE49-F238E27FC236}">
                <a16:creationId xmlns:a16="http://schemas.microsoft.com/office/drawing/2014/main" id="{07AD969F-7029-4947-B379-F2B886A9D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690" y="2782120"/>
            <a:ext cx="6031687" cy="541986"/>
          </a:xfrm>
          <a:prstGeom prst="roundRect">
            <a:avLst>
              <a:gd name="adj" fmla="val 8160"/>
            </a:avLst>
          </a:prstGeom>
          <a:noFill/>
          <a:ln w="63500" cap="flat" cmpd="sng">
            <a:solidFill>
              <a:srgbClr val="FF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2400"/>
            </a:pPr>
            <a:endParaRPr lang="ko-KR" altLang="en-US" sz="2400" b="1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" name="타원 30">
            <a:extLst>
              <a:ext uri="{FF2B5EF4-FFF2-40B4-BE49-F238E27FC236}">
                <a16:creationId xmlns:a16="http://schemas.microsoft.com/office/drawing/2014/main" id="{88E0D496-B724-63A4-DB38-3FFA45639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021" y="2429590"/>
            <a:ext cx="468000" cy="468000"/>
          </a:xfrm>
          <a:prstGeom prst="ellipse">
            <a:avLst/>
          </a:prstGeom>
          <a:solidFill>
            <a:srgbClr val="FF33CC"/>
          </a:solidFill>
          <a:ln w="25400" algn="ctr">
            <a:noFill/>
            <a:round/>
            <a:headEnd/>
            <a:tailEnd/>
          </a:ln>
        </p:spPr>
        <p:txBody>
          <a:bodyPr anchor="ctr"/>
          <a:lstStyle>
            <a:lvl1pPr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219170"/>
            <a:r>
              <a:rPr lang="en-US" altLang="ko-KR" sz="24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</a:t>
            </a:r>
          </a:p>
        </p:txBody>
      </p:sp>
      <p:sp>
        <p:nvSpPr>
          <p:cNvPr id="6" name="타원 30">
            <a:extLst>
              <a:ext uri="{FF2B5EF4-FFF2-40B4-BE49-F238E27FC236}">
                <a16:creationId xmlns:a16="http://schemas.microsoft.com/office/drawing/2014/main" id="{66A7F393-98F1-5A5F-31B3-C37AE2915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8005" y="1726062"/>
            <a:ext cx="468000" cy="468000"/>
          </a:xfrm>
          <a:prstGeom prst="ellipse">
            <a:avLst/>
          </a:prstGeom>
          <a:solidFill>
            <a:srgbClr val="FF33CC"/>
          </a:solidFill>
          <a:ln w="25400" algn="ctr">
            <a:noFill/>
            <a:round/>
            <a:headEnd/>
            <a:tailEnd/>
          </a:ln>
        </p:spPr>
        <p:txBody>
          <a:bodyPr anchor="ctr"/>
          <a:lstStyle>
            <a:lvl1pPr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219170"/>
            <a:r>
              <a:rPr lang="en-US" altLang="ko-KR" sz="24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E32286-42ED-45A6-8FFA-451BFD8DFD8B}"/>
              </a:ext>
            </a:extLst>
          </p:cNvPr>
          <p:cNvSpPr txBox="1"/>
          <p:nvPr/>
        </p:nvSpPr>
        <p:spPr>
          <a:xfrm>
            <a:off x="8327703" y="5059196"/>
            <a:ext cx="27154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b="1" dirty="0" err="1">
                <a:solidFill>
                  <a:schemeClr val="tx1"/>
                </a:solidFill>
              </a:rPr>
              <a:t>호저초</a:t>
            </a:r>
            <a:endParaRPr lang="ko-KR" altLang="en-US" sz="3000" b="1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102AF8-ABD6-4572-AEB1-87DDF1ABEB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464" y="6012184"/>
            <a:ext cx="3103939" cy="4679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2D60600-BEBD-4C2C-B9AA-708F704144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5686" y="4796581"/>
            <a:ext cx="1917909" cy="1295581"/>
          </a:xfrm>
          <a:prstGeom prst="rect">
            <a:avLst/>
          </a:prstGeom>
        </p:spPr>
      </p:pic>
      <p:sp>
        <p:nvSpPr>
          <p:cNvPr id="27" name="타원 30">
            <a:extLst>
              <a:ext uri="{FF2B5EF4-FFF2-40B4-BE49-F238E27FC236}">
                <a16:creationId xmlns:a16="http://schemas.microsoft.com/office/drawing/2014/main" id="{DA96D8E4-2EC4-44F2-A8F1-50DC90A5C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814" y="5881941"/>
            <a:ext cx="468000" cy="468000"/>
          </a:xfrm>
          <a:prstGeom prst="ellipse">
            <a:avLst/>
          </a:prstGeom>
          <a:solidFill>
            <a:srgbClr val="FF33CC"/>
          </a:solidFill>
          <a:ln w="25400" algn="ctr">
            <a:noFill/>
            <a:round/>
            <a:headEnd/>
            <a:tailEnd/>
          </a:ln>
        </p:spPr>
        <p:txBody>
          <a:bodyPr anchor="ctr"/>
          <a:lstStyle>
            <a:lvl1pPr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219170"/>
            <a:r>
              <a:rPr lang="en-US" altLang="ko-KR" sz="24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6</a:t>
            </a:r>
          </a:p>
        </p:txBody>
      </p:sp>
      <p:sp>
        <p:nvSpPr>
          <p:cNvPr id="28" name="직사각형 39">
            <a:extLst>
              <a:ext uri="{FF2B5EF4-FFF2-40B4-BE49-F238E27FC236}">
                <a16:creationId xmlns:a16="http://schemas.microsoft.com/office/drawing/2014/main" id="{04DF14CE-0B09-4360-9694-7EFAB761C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4244" y="6030191"/>
            <a:ext cx="433728" cy="466180"/>
          </a:xfrm>
          <a:prstGeom prst="roundRect">
            <a:avLst>
              <a:gd name="adj" fmla="val 8160"/>
            </a:avLst>
          </a:prstGeom>
          <a:noFill/>
          <a:ln w="63500" cap="flat" cmpd="sng">
            <a:solidFill>
              <a:srgbClr val="FF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2400"/>
            </a:pPr>
            <a:endParaRPr lang="ko-KR" altLang="en-US" sz="2400" b="1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0" name="직사각형 39">
            <a:extLst>
              <a:ext uri="{FF2B5EF4-FFF2-40B4-BE49-F238E27FC236}">
                <a16:creationId xmlns:a16="http://schemas.microsoft.com/office/drawing/2014/main" id="{B3B26C31-1E20-4AE2-8794-0D9C003A8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969" y="4812844"/>
            <a:ext cx="2063140" cy="466180"/>
          </a:xfrm>
          <a:prstGeom prst="roundRect">
            <a:avLst>
              <a:gd name="adj" fmla="val 8160"/>
            </a:avLst>
          </a:prstGeom>
          <a:noFill/>
          <a:ln w="63500" cap="flat" cmpd="sng">
            <a:solidFill>
              <a:srgbClr val="FF33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2400"/>
            </a:pPr>
            <a:endParaRPr lang="ko-KR" altLang="en-US" sz="2400" b="1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A920217D-3D01-43DF-AEF4-9601AE9A8F3F}"/>
              </a:ext>
            </a:extLst>
          </p:cNvPr>
          <p:cNvSpPr/>
          <p:nvPr/>
        </p:nvSpPr>
        <p:spPr>
          <a:xfrm rot="16200000">
            <a:off x="3387626" y="5516118"/>
            <a:ext cx="716897" cy="275233"/>
          </a:xfrm>
          <a:prstGeom prst="rightArrow">
            <a:avLst/>
          </a:prstGeom>
          <a:solidFill>
            <a:srgbClr val="FF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568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995B69-E652-B6F1-F7F4-58E243A1E86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ko-K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ko-KR" altLang="en-US" b="1" dirty="0">
              <a:latin typeface="Tahoma" panose="020B0604030504040204" pitchFamily="34" charset="0"/>
              <a:ea typeface="+mj-ea"/>
              <a:cs typeface="Tahoma" panose="020B060403050404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827EC2-E223-768D-6711-D037FFF744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9859" y="2665536"/>
            <a:ext cx="7917485" cy="714042"/>
          </a:xfrm>
        </p:spPr>
        <p:txBody>
          <a:bodyPr/>
          <a:lstStyle/>
          <a:p>
            <a:pPr marL="457200" lvl="0" indent="-2286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600"/>
              <a:buNone/>
            </a:pPr>
            <a:r>
              <a:rPr lang="ko-KR" altLang="en-US" sz="5400" b="1" dirty="0"/>
              <a:t>사운드 입</a:t>
            </a:r>
            <a:r>
              <a:rPr lang="en-US" altLang="ko-KR" sz="5400" b="1" dirty="0"/>
              <a:t>/</a:t>
            </a:r>
            <a:r>
              <a:rPr lang="ko-KR" altLang="en-US" sz="5400" b="1" dirty="0"/>
              <a:t>출력</a:t>
            </a:r>
            <a:endParaRPr lang="ko-KR" altLang="en-US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0E0E4-537A-4E9D-AC00-33603BB8AD39}"/>
              </a:ext>
            </a:extLst>
          </p:cNvPr>
          <p:cNvSpPr txBox="1"/>
          <p:nvPr/>
        </p:nvSpPr>
        <p:spPr>
          <a:xfrm>
            <a:off x="3048000" y="327511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effectLst/>
              </a:rPr>
              <a:t> 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1307C-51C9-4FDC-9160-41D03B9B8C8E}"/>
              </a:ext>
            </a:extLst>
          </p:cNvPr>
          <p:cNvSpPr txBox="1"/>
          <p:nvPr/>
        </p:nvSpPr>
        <p:spPr>
          <a:xfrm>
            <a:off x="3048000" y="327511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effectLst/>
              </a:rPr>
              <a:t>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134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3F592A0-9EF6-47BF-8D97-DFA2AF32D6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사운드 입력</a:t>
            </a:r>
            <a:r>
              <a:rPr lang="en-US" altLang="ko-KR" dirty="0"/>
              <a:t>_</a:t>
            </a:r>
            <a:r>
              <a:rPr lang="ko-KR" altLang="en-US" dirty="0"/>
              <a:t>박수 하트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111C77-1570-423D-99B4-F4E654EEB1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9" t="-632" r="-1059" b="8332"/>
          <a:stretch/>
        </p:blipFill>
        <p:spPr>
          <a:xfrm>
            <a:off x="1866899" y="2486025"/>
            <a:ext cx="8093931" cy="3898906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DED20D23-A648-46B6-85DD-09CC13605412}"/>
              </a:ext>
            </a:extLst>
          </p:cNvPr>
          <p:cNvSpPr/>
          <p:nvPr/>
        </p:nvSpPr>
        <p:spPr>
          <a:xfrm>
            <a:off x="3829049" y="3048000"/>
            <a:ext cx="390525" cy="390525"/>
          </a:xfrm>
          <a:prstGeom prst="ellipse">
            <a:avLst/>
          </a:prstGeom>
          <a:solidFill>
            <a:srgbClr val="FFC000">
              <a:alpha val="20000"/>
            </a:srgbClr>
          </a:solidFill>
          <a:ln w="73025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3B5573-D8F5-460A-BAB3-BC0505D685AA}"/>
              </a:ext>
            </a:extLst>
          </p:cNvPr>
          <p:cNvSpPr txBox="1"/>
          <p:nvPr/>
        </p:nvSpPr>
        <p:spPr>
          <a:xfrm>
            <a:off x="976310" y="1936528"/>
            <a:ext cx="8824915" cy="45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 i="1" dirty="0">
                <a:solidFill>
                  <a:schemeClr val="tx1"/>
                </a:solidFill>
              </a:rPr>
              <a:t>: </a:t>
            </a:r>
            <a:r>
              <a:rPr lang="ko-KR" altLang="en-US" sz="1800" b="1" i="1" dirty="0">
                <a:solidFill>
                  <a:schemeClr val="tx1"/>
                </a:solidFill>
              </a:rPr>
              <a:t>마이크가 큰 소리를 인식 </a:t>
            </a:r>
            <a:r>
              <a:rPr lang="en-US" altLang="ko-KR" sz="1800" b="1" i="1" dirty="0">
                <a:solidFill>
                  <a:schemeClr val="tx1"/>
                </a:solidFill>
              </a:rPr>
              <a:t>-&gt; </a:t>
            </a:r>
            <a:r>
              <a:rPr lang="ko-KR" altLang="en-US" sz="1800" b="1" i="1" dirty="0">
                <a:solidFill>
                  <a:schemeClr val="tx1"/>
                </a:solidFill>
              </a:rPr>
              <a:t>큰 하트</a:t>
            </a:r>
            <a:r>
              <a:rPr lang="en-US" altLang="ko-KR" sz="1800" b="1" i="1" dirty="0">
                <a:solidFill>
                  <a:schemeClr val="tx1"/>
                </a:solidFill>
              </a:rPr>
              <a:t>, </a:t>
            </a:r>
            <a:r>
              <a:rPr lang="ko-KR" altLang="en-US" sz="1800" b="1" i="1" dirty="0">
                <a:solidFill>
                  <a:schemeClr val="tx1"/>
                </a:solidFill>
              </a:rPr>
              <a:t>박수 후 다시 작은 소리 감지 </a:t>
            </a:r>
            <a:r>
              <a:rPr lang="en-US" altLang="ko-KR" sz="1800" b="1" i="1" dirty="0">
                <a:solidFill>
                  <a:schemeClr val="tx1"/>
                </a:solidFill>
              </a:rPr>
              <a:t>-&gt; </a:t>
            </a:r>
            <a:r>
              <a:rPr lang="ko-KR" altLang="en-US" sz="1800" b="1" i="1" dirty="0">
                <a:solidFill>
                  <a:schemeClr val="tx1"/>
                </a:solidFill>
              </a:rPr>
              <a:t>작은 하트</a:t>
            </a:r>
          </a:p>
        </p:txBody>
      </p:sp>
    </p:spTree>
    <p:extLst>
      <p:ext uri="{BB962C8B-B14F-4D97-AF65-F5344CB8AC3E}">
        <p14:creationId xmlns:p14="http://schemas.microsoft.com/office/powerpoint/2010/main" val="43223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14E3B4A-901E-45AF-83F3-22BFCFEB65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사운드 입력</a:t>
            </a:r>
            <a:r>
              <a:rPr lang="en-US" altLang="ko-KR" dirty="0"/>
              <a:t>_ </a:t>
            </a:r>
            <a:r>
              <a:rPr lang="ko-KR" altLang="en-US" dirty="0"/>
              <a:t>디스코 라이트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B8953F-E89F-4EBD-9289-7BA4937A4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37" y="2468714"/>
            <a:ext cx="9342898" cy="3165677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6820473-C077-4756-9A52-2A0F67F67347}"/>
              </a:ext>
            </a:extLst>
          </p:cNvPr>
          <p:cNvSpPr/>
          <p:nvPr/>
        </p:nvSpPr>
        <p:spPr>
          <a:xfrm>
            <a:off x="2914649" y="3028950"/>
            <a:ext cx="390525" cy="390525"/>
          </a:xfrm>
          <a:prstGeom prst="ellipse">
            <a:avLst/>
          </a:prstGeom>
          <a:solidFill>
            <a:srgbClr val="FFC000">
              <a:alpha val="20000"/>
            </a:srgbClr>
          </a:solidFill>
          <a:ln w="73025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1969F-4F58-4AFF-85C5-1023949F6250}"/>
              </a:ext>
            </a:extLst>
          </p:cNvPr>
          <p:cNvSpPr txBox="1"/>
          <p:nvPr/>
        </p:nvSpPr>
        <p:spPr>
          <a:xfrm>
            <a:off x="976310" y="1936528"/>
            <a:ext cx="8824915" cy="45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 i="1" dirty="0">
                <a:solidFill>
                  <a:schemeClr val="tx1"/>
                </a:solidFill>
              </a:rPr>
              <a:t>: </a:t>
            </a:r>
            <a:r>
              <a:rPr lang="ko-KR" altLang="en-US" sz="1800" b="1" i="1" dirty="0">
                <a:solidFill>
                  <a:schemeClr val="tx1"/>
                </a:solidFill>
              </a:rPr>
              <a:t>마이크가  인식한 소리의 크기</a:t>
            </a:r>
            <a:r>
              <a:rPr lang="en-US" altLang="ko-KR" sz="1800" b="1" i="1" dirty="0">
                <a:solidFill>
                  <a:schemeClr val="tx1"/>
                </a:solidFill>
              </a:rPr>
              <a:t>(0-255)</a:t>
            </a:r>
            <a:r>
              <a:rPr lang="ko-KR" altLang="en-US" sz="1800" b="1" i="1" dirty="0">
                <a:solidFill>
                  <a:schemeClr val="tx1"/>
                </a:solidFill>
              </a:rPr>
              <a:t>에 따라 밝기 표시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879222A-9052-4759-9391-FAF382BFBA03}"/>
              </a:ext>
            </a:extLst>
          </p:cNvPr>
          <p:cNvSpPr/>
          <p:nvPr/>
        </p:nvSpPr>
        <p:spPr>
          <a:xfrm>
            <a:off x="4383741" y="5387787"/>
            <a:ext cx="7628965" cy="1004195"/>
          </a:xfrm>
          <a:prstGeom prst="roundRect">
            <a:avLst>
              <a:gd name="adj" fmla="val 5794"/>
            </a:avLst>
          </a:prstGeom>
          <a:solidFill>
            <a:srgbClr val="92D050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tahom"/>
                <a:ea typeface="+mj-ea"/>
                <a:cs typeface="Tahoma" panose="020B0604030504040204" pitchFamily="34" charset="0"/>
              </a:rPr>
              <a:t>이제</a:t>
            </a:r>
            <a:r>
              <a:rPr lang="en-US" altLang="ko-KR" sz="2400" b="1" kern="1200" dirty="0">
                <a:solidFill>
                  <a:srgbClr val="44546A">
                    <a:lumMod val="75000"/>
                  </a:srgbClr>
                </a:solidFill>
                <a:latin typeface="tahom"/>
                <a:ea typeface="+mj-ea"/>
                <a:cs typeface="Tahoma" panose="020B0604030504040204" pitchFamily="34" charset="0"/>
              </a:rPr>
              <a:t>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tahom"/>
                <a:ea typeface="+mj-ea"/>
                <a:cs typeface="Tahoma" panose="020B0604030504040204" pitchFamily="34" charset="0"/>
              </a:rPr>
              <a:t>선생님이 노래를 틀어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tahom"/>
                <a:ea typeface="+mj-ea"/>
                <a:cs typeface="Tahoma" panose="020B0604030504040204" pitchFamily="34" charset="0"/>
              </a:rPr>
              <a:t>줄꺼예요</a:t>
            </a:r>
            <a:r>
              <a:rPr lang="en-US" altLang="ko-KR" sz="2400" b="1" kern="1200" dirty="0">
                <a:solidFill>
                  <a:srgbClr val="44546A">
                    <a:lumMod val="75000"/>
                  </a:srgbClr>
                </a:solidFill>
                <a:latin typeface="tahom"/>
                <a:ea typeface="+mj-ea"/>
                <a:cs typeface="Tahoma" panose="020B0604030504040204" pitchFamily="34" charset="0"/>
              </a:rPr>
              <a:t> </a:t>
            </a:r>
            <a:r>
              <a:rPr lang="en-US" altLang="ko-KR" sz="2400" b="1" kern="1200" dirty="0">
                <a:solidFill>
                  <a:srgbClr val="44546A">
                    <a:lumMod val="75000"/>
                  </a:srgbClr>
                </a:solidFill>
                <a:latin typeface="tahom"/>
                <a:ea typeface="+mj-ea"/>
                <a:cs typeface="Tahoma" panose="020B0604030504040204" pitchFamily="34" charset="0"/>
                <a:sym typeface="Wingdings" panose="05000000000000000000" pitchFamily="2" charset="2"/>
              </a:rPr>
              <a:t>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tahom"/>
              <a:ea typeface="+mj-ea"/>
              <a:cs typeface="Tahoma" panose="020B0604030504040204" pitchFamily="34" charset="0"/>
            </a:endParaRPr>
          </a:p>
          <a:p>
            <a:pPr marL="0" marR="0" lvl="0" indent="0" algn="ctr" defTabSz="91440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tahom"/>
                <a:ea typeface="+mj-ea"/>
                <a:cs typeface="Tahoma" panose="020B0604030504040204" pitchFamily="34" charset="0"/>
              </a:rPr>
              <a:t>노래에 따라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tahom"/>
                <a:ea typeface="+mj-ea"/>
                <a:cs typeface="Tahoma" panose="020B0604030504040204" pitchFamily="34" charset="0"/>
              </a:rPr>
              <a:t>LED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tahom"/>
                <a:ea typeface="+mj-ea"/>
                <a:cs typeface="Tahoma" panose="020B0604030504040204" pitchFamily="34" charset="0"/>
              </a:rPr>
              <a:t>화면이 팡팡 변화는 것을 관찰해 봅시다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tahom"/>
                <a:ea typeface="+mj-ea"/>
                <a:cs typeface="Tahoma" panose="020B060403050404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9005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A1730A6-6D0B-4730-967C-ED43038F9A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3) </a:t>
            </a:r>
            <a:r>
              <a:rPr lang="ko-KR" altLang="en-US" dirty="0"/>
              <a:t>사운드 입력</a:t>
            </a:r>
            <a:r>
              <a:rPr lang="en-US" altLang="ko-KR" dirty="0"/>
              <a:t>_ </a:t>
            </a:r>
            <a:r>
              <a:rPr lang="ko-KR" altLang="en-US" dirty="0"/>
              <a:t>사운드 미터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C38799-F6E3-4594-9B51-D26A760FC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2231009"/>
            <a:ext cx="9620250" cy="42842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C7D1C1-47E2-48E3-888E-5CFD287BE0C2}"/>
              </a:ext>
            </a:extLst>
          </p:cNvPr>
          <p:cNvSpPr txBox="1"/>
          <p:nvPr/>
        </p:nvSpPr>
        <p:spPr>
          <a:xfrm>
            <a:off x="976310" y="1936528"/>
            <a:ext cx="8824915" cy="45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 i="1" dirty="0">
                <a:solidFill>
                  <a:schemeClr val="tx1"/>
                </a:solidFill>
              </a:rPr>
              <a:t>: </a:t>
            </a:r>
            <a:r>
              <a:rPr lang="ko-KR" altLang="en-US" sz="1800" b="1" i="1" dirty="0">
                <a:solidFill>
                  <a:schemeClr val="tx1"/>
                </a:solidFill>
              </a:rPr>
              <a:t>인식한 소리의 크기</a:t>
            </a:r>
            <a:r>
              <a:rPr lang="en-US" altLang="ko-KR" sz="1800" b="1" i="1" dirty="0">
                <a:solidFill>
                  <a:schemeClr val="tx1"/>
                </a:solidFill>
              </a:rPr>
              <a:t>(0-255)</a:t>
            </a:r>
            <a:r>
              <a:rPr lang="ko-KR" altLang="en-US" sz="1800" b="1" i="1" dirty="0">
                <a:solidFill>
                  <a:schemeClr val="tx1"/>
                </a:solidFill>
              </a:rPr>
              <a:t>에 따라  </a:t>
            </a:r>
            <a:r>
              <a:rPr lang="en-US" altLang="ko-KR" sz="1800" b="1" i="1" dirty="0">
                <a:solidFill>
                  <a:schemeClr val="tx1"/>
                </a:solidFill>
              </a:rPr>
              <a:t>LED </a:t>
            </a:r>
            <a:r>
              <a:rPr lang="ko-KR" altLang="en-US" sz="1800" b="1" i="1" dirty="0">
                <a:solidFill>
                  <a:schemeClr val="tx1"/>
                </a:solidFill>
              </a:rPr>
              <a:t>표시</a:t>
            </a:r>
          </a:p>
        </p:txBody>
      </p:sp>
    </p:spTree>
    <p:extLst>
      <p:ext uri="{BB962C8B-B14F-4D97-AF65-F5344CB8AC3E}">
        <p14:creationId xmlns:p14="http://schemas.microsoft.com/office/powerpoint/2010/main" val="2452960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285BD9E-2BA8-4FDB-A1BA-11EE84A9A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51" y="2171700"/>
            <a:ext cx="10706498" cy="3760221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BEF9EA6-871C-4162-947F-A712FA516D47}"/>
              </a:ext>
            </a:extLst>
          </p:cNvPr>
          <p:cNvSpPr/>
          <p:nvPr/>
        </p:nvSpPr>
        <p:spPr>
          <a:xfrm>
            <a:off x="742751" y="5257800"/>
            <a:ext cx="2590999" cy="450859"/>
          </a:xfrm>
          <a:prstGeom prst="roundRect">
            <a:avLst/>
          </a:prstGeom>
          <a:solidFill>
            <a:srgbClr val="FFC000">
              <a:alpha val="20000"/>
            </a:srgbClr>
          </a:solidFill>
          <a:ln w="7620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9630ED2C-32D8-4BF0-9214-FA1E48A8D0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8667" y="1149341"/>
            <a:ext cx="4841019" cy="447303"/>
          </a:xfrm>
        </p:spPr>
        <p:txBody>
          <a:bodyPr/>
          <a:lstStyle/>
          <a:p>
            <a:r>
              <a:rPr lang="ko-KR" altLang="en-US" dirty="0"/>
              <a:t>사운드 입력</a:t>
            </a:r>
            <a:r>
              <a:rPr lang="en-US" altLang="ko-KR" dirty="0"/>
              <a:t>_ </a:t>
            </a:r>
            <a:r>
              <a:rPr lang="ko-KR" altLang="en-US" dirty="0"/>
              <a:t>사운드 미터</a:t>
            </a:r>
          </a:p>
        </p:txBody>
      </p:sp>
    </p:spTree>
    <p:extLst>
      <p:ext uri="{BB962C8B-B14F-4D97-AF65-F5344CB8AC3E}">
        <p14:creationId xmlns:p14="http://schemas.microsoft.com/office/powerpoint/2010/main" val="1057141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995B69-E652-B6F1-F7F4-58E243A1E86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ko-KR" b="1" dirty="0">
                <a:latin typeface="Tahoma" panose="020B0604030504040204" pitchFamily="34" charset="0"/>
                <a:ea typeface="+mj-ea"/>
                <a:cs typeface="Tahoma" panose="020B0604030504040204" pitchFamily="34" charset="0"/>
              </a:rPr>
              <a:t>2</a:t>
            </a:r>
            <a:endParaRPr lang="ko-KR" altLang="en-US" b="1" dirty="0">
              <a:latin typeface="Tahoma" panose="020B0604030504040204" pitchFamily="34" charset="0"/>
              <a:ea typeface="+mj-ea"/>
              <a:cs typeface="Tahoma" panose="020B060403050404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827EC2-E223-768D-6711-D037FFF744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9859" y="2665536"/>
            <a:ext cx="7917485" cy="714042"/>
          </a:xfrm>
        </p:spPr>
        <p:txBody>
          <a:bodyPr/>
          <a:lstStyle/>
          <a:p>
            <a:pPr marL="457200" lvl="0" indent="-2286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600"/>
              <a:buNone/>
            </a:pPr>
            <a:r>
              <a:rPr lang="ko-KR" altLang="en-US" sz="5400" b="1" dirty="0"/>
              <a:t>반응 속도 체크 게임</a:t>
            </a:r>
            <a:endParaRPr lang="ko-KR" altLang="en-US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0E0E4-537A-4E9D-AC00-33603BB8AD39}"/>
              </a:ext>
            </a:extLst>
          </p:cNvPr>
          <p:cNvSpPr txBox="1"/>
          <p:nvPr/>
        </p:nvSpPr>
        <p:spPr>
          <a:xfrm>
            <a:off x="3048000" y="327511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effectLst/>
              </a:rPr>
              <a:t> 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1307C-51C9-4FDC-9160-41D03B9B8C8E}"/>
              </a:ext>
            </a:extLst>
          </p:cNvPr>
          <p:cNvSpPr txBox="1"/>
          <p:nvPr/>
        </p:nvSpPr>
        <p:spPr>
          <a:xfrm>
            <a:off x="3048000" y="327511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effectLst/>
              </a:rPr>
              <a:t>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8108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B935001-9F4C-4A8A-A8FB-D619075679ED}"/>
              </a:ext>
            </a:extLst>
          </p:cNvPr>
          <p:cNvSpPr/>
          <p:nvPr/>
        </p:nvSpPr>
        <p:spPr>
          <a:xfrm>
            <a:off x="1488141" y="4523934"/>
            <a:ext cx="9247828" cy="1917194"/>
          </a:xfrm>
          <a:prstGeom prst="roundRect">
            <a:avLst>
              <a:gd name="adj" fmla="val 5794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A+B</a:t>
            </a:r>
            <a:r>
              <a:rPr lang="ko-KR" altLang="en-US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버튼을 누르면 </a:t>
            </a:r>
            <a:r>
              <a:rPr lang="en-US" altLang="ko-KR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3-2-1! </a:t>
            </a:r>
            <a:r>
              <a:rPr lang="ko-KR" altLang="en-US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게임이 시작됩니다</a:t>
            </a:r>
            <a:r>
              <a:rPr lang="en-US" altLang="ko-KR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💡 </a:t>
            </a:r>
            <a:r>
              <a:rPr lang="en-US" altLang="ko-KR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LED 1</a:t>
            </a:r>
            <a:r>
              <a:rPr lang="ko-KR" altLang="en-US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개가 켜지면 가까운 </a:t>
            </a:r>
            <a:r>
              <a:rPr lang="en-US" altLang="ko-KR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ko-KR" altLang="en-US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또는 </a:t>
            </a:r>
            <a:r>
              <a:rPr lang="en-US" altLang="ko-KR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 </a:t>
            </a:r>
            <a:r>
              <a:rPr lang="ko-KR" altLang="en-US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버튼을 눌러주세요</a:t>
            </a:r>
            <a:r>
              <a:rPr lang="en-US" altLang="ko-KR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누른 버튼 방향으로 </a:t>
            </a:r>
            <a:r>
              <a:rPr lang="en-US" altLang="ko-KR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➡️ </a:t>
            </a:r>
            <a:r>
              <a:rPr lang="ko-KR" altLang="en-US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화살표가 나타납니다</a:t>
            </a:r>
            <a:r>
              <a:rPr lang="en-US" altLang="ko-KR" sz="24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70DDC9C-7CF7-44AA-8F89-E0E6C0C4F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581" y="2012320"/>
            <a:ext cx="2596829" cy="21666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0966890-E044-4070-B07E-56DCFABF5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43" y="2012320"/>
            <a:ext cx="2695348" cy="219940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0EA3690-1A40-438A-94E2-9FFE7AFBF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464" y="2012320"/>
            <a:ext cx="2704889" cy="2199403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F6C87E1E-3969-43CD-B5C6-81FE286FC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🚀 반응속도 체크 게임 🎮</a:t>
            </a:r>
            <a:endParaRPr lang="en-US" altLang="ko-KR" sz="2800" dirty="0">
              <a:solidFill>
                <a:schemeClr val="bg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타원 30">
            <a:extLst>
              <a:ext uri="{FF2B5EF4-FFF2-40B4-BE49-F238E27FC236}">
                <a16:creationId xmlns:a16="http://schemas.microsoft.com/office/drawing/2014/main" id="{EBE477DA-B91C-4520-80F6-7B66D8C0B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234" y="1815711"/>
            <a:ext cx="468000" cy="468000"/>
          </a:xfrm>
          <a:prstGeom prst="ellipse">
            <a:avLst/>
          </a:prstGeom>
          <a:solidFill>
            <a:schemeClr val="accent2"/>
          </a:solidFill>
          <a:ln w="25400" algn="ctr">
            <a:noFill/>
            <a:round/>
            <a:headEnd/>
            <a:tailEnd/>
          </a:ln>
        </p:spPr>
        <p:txBody>
          <a:bodyPr anchor="ctr"/>
          <a:lstStyle>
            <a:lvl1pPr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219170"/>
            <a:r>
              <a:rPr lang="en-US" altLang="ko-KR" sz="2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16" name="타원 30">
            <a:extLst>
              <a:ext uri="{FF2B5EF4-FFF2-40B4-BE49-F238E27FC236}">
                <a16:creationId xmlns:a16="http://schemas.microsoft.com/office/drawing/2014/main" id="{5C18FBE7-BBF8-4349-AD41-3D92D1A5F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8005" y="1815711"/>
            <a:ext cx="468000" cy="468000"/>
          </a:xfrm>
          <a:prstGeom prst="ellipse">
            <a:avLst/>
          </a:prstGeom>
          <a:solidFill>
            <a:schemeClr val="accent2"/>
          </a:solidFill>
          <a:ln w="25400" algn="ctr">
            <a:noFill/>
            <a:round/>
            <a:headEnd/>
            <a:tailEnd/>
          </a:ln>
        </p:spPr>
        <p:txBody>
          <a:bodyPr anchor="ctr"/>
          <a:lstStyle>
            <a:lvl1pPr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219170"/>
            <a:r>
              <a:rPr lang="en-US" altLang="ko-KR" sz="2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17" name="타원 30">
            <a:extLst>
              <a:ext uri="{FF2B5EF4-FFF2-40B4-BE49-F238E27FC236}">
                <a16:creationId xmlns:a16="http://schemas.microsoft.com/office/drawing/2014/main" id="{2C65E454-996B-4766-940B-660FDD0AF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8224" y="1815711"/>
            <a:ext cx="468000" cy="468000"/>
          </a:xfrm>
          <a:prstGeom prst="ellipse">
            <a:avLst/>
          </a:prstGeom>
          <a:solidFill>
            <a:schemeClr val="accent2"/>
          </a:solidFill>
          <a:ln w="25400" algn="ctr">
            <a:noFill/>
            <a:round/>
            <a:headEnd/>
            <a:tailEnd/>
          </a:ln>
        </p:spPr>
        <p:txBody>
          <a:bodyPr anchor="ctr"/>
          <a:lstStyle>
            <a:lvl1pPr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219170"/>
            <a:r>
              <a:rPr lang="en-US" altLang="ko-KR" sz="2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38966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CC1D43-4D21-427B-9C5A-66848F1F5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변수 만들기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EDD863-4D3E-4BB8-A1DF-AA7189B9DB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0636"/>
          <a:stretch/>
        </p:blipFill>
        <p:spPr>
          <a:xfrm>
            <a:off x="3498170" y="1954306"/>
            <a:ext cx="2375684" cy="10861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302AB1-E5EC-4CCA-948E-8858D45F1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170" y="3291205"/>
            <a:ext cx="4079812" cy="18791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40289E8-22BD-48DF-982E-91626770E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39" y="1954306"/>
            <a:ext cx="1751791" cy="42922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16457F-7301-4C76-832B-0B773C2A7C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36184"/>
          <a:stretch/>
        </p:blipFill>
        <p:spPr>
          <a:xfrm>
            <a:off x="8554390" y="2475147"/>
            <a:ext cx="2677887" cy="2660814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86908EF-8E84-4AC3-AFD1-F8A47952C258}"/>
              </a:ext>
            </a:extLst>
          </p:cNvPr>
          <p:cNvSpPr/>
          <p:nvPr/>
        </p:nvSpPr>
        <p:spPr>
          <a:xfrm>
            <a:off x="3502485" y="5320122"/>
            <a:ext cx="7724575" cy="899835"/>
          </a:xfrm>
          <a:prstGeom prst="roundRect">
            <a:avLst>
              <a:gd name="adj" fmla="val 5794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2000" b="1" dirty="0">
                <a:solidFill>
                  <a:srgbClr val="002060"/>
                </a:solidFill>
              </a:rPr>
              <a:t>[</a:t>
            </a:r>
            <a:r>
              <a:rPr lang="ko-KR" altLang="en-US" sz="2000" b="1" dirty="0">
                <a:solidFill>
                  <a:srgbClr val="002060"/>
                </a:solidFill>
              </a:rPr>
              <a:t>판정</a:t>
            </a:r>
            <a:r>
              <a:rPr lang="en-US" altLang="ko-KR" sz="2000" b="1" dirty="0">
                <a:solidFill>
                  <a:srgbClr val="002060"/>
                </a:solidFill>
              </a:rPr>
              <a:t>] </a:t>
            </a:r>
            <a:r>
              <a:rPr lang="ko-KR" altLang="en-US" sz="2000" b="1" dirty="0">
                <a:solidFill>
                  <a:srgbClr val="002060"/>
                </a:solidFill>
              </a:rPr>
              <a:t>변수를 왜 만드는 걸까요</a:t>
            </a:r>
            <a:r>
              <a:rPr lang="en-US" altLang="ko-KR" sz="2000" b="1" dirty="0">
                <a:solidFill>
                  <a:srgbClr val="002060"/>
                </a:solidFill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더 이상 버튼 입력을 받지 않도록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중복 처리의 오류를 막아줍니다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!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endParaRPr lang="en-US" altLang="ko-KR" sz="2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616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F1C1FDE-9EFD-4A83-8C35-FA08A5B078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동작 코딩 </a:t>
            </a:r>
            <a:r>
              <a:rPr lang="en-US" altLang="ko-KR" dirty="0"/>
              <a:t>(1)_A+B</a:t>
            </a:r>
            <a:r>
              <a:rPr lang="ko-KR" altLang="en-US" dirty="0"/>
              <a:t>버튼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4F4112-6741-4B1B-9864-C07C138AA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165" y="2027379"/>
            <a:ext cx="5462468" cy="4024976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14875E5-D70A-4CF7-8DAF-7E5CCAA83A23}"/>
              </a:ext>
            </a:extLst>
          </p:cNvPr>
          <p:cNvSpPr/>
          <p:nvPr/>
        </p:nvSpPr>
        <p:spPr>
          <a:xfrm>
            <a:off x="929367" y="2027379"/>
            <a:ext cx="4344134" cy="2955575"/>
          </a:xfrm>
          <a:prstGeom prst="roundRect">
            <a:avLst>
              <a:gd name="adj" fmla="val 5794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A+B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버튼을 누를 때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숫자 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3,2,1 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출력</a:t>
            </a:r>
            <a:endParaRPr lang="en-US" altLang="ko-KR" sz="2000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0-2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초 사이 랜덤 시간을 기다린 후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랜덤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LED 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켜기</a:t>
            </a:r>
            <a:endParaRPr lang="en-US" altLang="ko-KR" sz="2000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000" b="1" i="1" u="sng" dirty="0">
                <a:solidFill>
                  <a:srgbClr val="002060"/>
                </a:solidFill>
              </a:rPr>
              <a:t> 판정을 </a:t>
            </a:r>
            <a:r>
              <a:rPr lang="en-US" altLang="ko-KR" sz="2000" b="1" i="1" u="sng" dirty="0">
                <a:solidFill>
                  <a:srgbClr val="002060"/>
                </a:solidFill>
              </a:rPr>
              <a:t>1</a:t>
            </a:r>
            <a:r>
              <a:rPr lang="ko-KR" altLang="en-US" sz="2000" dirty="0">
                <a:solidFill>
                  <a:srgbClr val="002060"/>
                </a:solidFill>
              </a:rPr>
              <a:t>로 바꿔서</a:t>
            </a:r>
            <a:r>
              <a:rPr lang="en-US" altLang="ko-KR" sz="2000" dirty="0">
                <a:solidFill>
                  <a:srgbClr val="002060"/>
                </a:solidFill>
              </a:rPr>
              <a:t>, A/B</a:t>
            </a:r>
            <a:r>
              <a:rPr lang="ko-KR" altLang="en-US" sz="2000" dirty="0">
                <a:solidFill>
                  <a:srgbClr val="002060"/>
                </a:solidFill>
              </a:rPr>
              <a:t>버튼이 동작할 수 있도록 해 줍니다</a:t>
            </a:r>
            <a:r>
              <a:rPr lang="en-US" altLang="ko-KR" sz="2000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5125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F1C1FDE-9EFD-4A83-8C35-FA08A5B078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동작 코딩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14875E5-D70A-4CF7-8DAF-7E5CCAA83A23}"/>
              </a:ext>
            </a:extLst>
          </p:cNvPr>
          <p:cNvSpPr/>
          <p:nvPr/>
        </p:nvSpPr>
        <p:spPr>
          <a:xfrm>
            <a:off x="950259" y="2154307"/>
            <a:ext cx="4344134" cy="2973505"/>
          </a:xfrm>
          <a:prstGeom prst="roundRect">
            <a:avLst>
              <a:gd name="adj" fmla="val 5794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A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버튼을 누르면 서쪽 화살표</a:t>
            </a:r>
            <a:endParaRPr lang="en-US" altLang="ko-KR" sz="2000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B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버튼을 누르면 동쪽 화살표가 나타납니다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b="1" i="1" u="sng" dirty="0">
                <a:solidFill>
                  <a:srgbClr val="002060"/>
                </a:solidFill>
              </a:rPr>
              <a:t>판정을 </a:t>
            </a:r>
            <a:r>
              <a:rPr lang="en-US" altLang="ko-KR" sz="2000" b="1" i="1" u="sng" dirty="0">
                <a:solidFill>
                  <a:srgbClr val="002060"/>
                </a:solidFill>
              </a:rPr>
              <a:t>0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으로 바꿔서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더 이상 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A/B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버튼이 동작되지 않도록 코딩해 줍니다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.</a:t>
            </a:r>
            <a:endParaRPr lang="en-US" altLang="ko-KR" sz="2000" b="1" i="1" dirty="0">
              <a:solidFill>
                <a:srgbClr val="FF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9F519A-DDF6-4FBD-9E16-44295B9B8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686" y="2154307"/>
            <a:ext cx="3304883" cy="310855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FCB4FBE-8FB9-417A-A19E-8620B6D79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221" y="3343834"/>
            <a:ext cx="3461601" cy="3108552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A88B21C-3F24-4B0E-994D-EAD39DC4B59E}"/>
              </a:ext>
            </a:extLst>
          </p:cNvPr>
          <p:cNvSpPr/>
          <p:nvPr/>
        </p:nvSpPr>
        <p:spPr>
          <a:xfrm>
            <a:off x="7091082" y="3227295"/>
            <a:ext cx="797859" cy="372035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A978F92-5C9E-4529-85D3-94AEE021C2DE}"/>
              </a:ext>
            </a:extLst>
          </p:cNvPr>
          <p:cNvSpPr/>
          <p:nvPr/>
        </p:nvSpPr>
        <p:spPr>
          <a:xfrm>
            <a:off x="9628093" y="4493559"/>
            <a:ext cx="797859" cy="372035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860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B935001-9F4C-4A8A-A8FB-D619075679ED}"/>
              </a:ext>
            </a:extLst>
          </p:cNvPr>
          <p:cNvSpPr/>
          <p:nvPr/>
        </p:nvSpPr>
        <p:spPr>
          <a:xfrm>
            <a:off x="1488141" y="3878742"/>
            <a:ext cx="9247828" cy="2562386"/>
          </a:xfrm>
          <a:prstGeom prst="roundRect">
            <a:avLst>
              <a:gd name="adj" fmla="val 5794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별은 상단 </a:t>
            </a:r>
            <a:r>
              <a:rPr lang="ko-KR" altLang="en-US" sz="2200" b="1" dirty="0" err="1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랜덤한</a:t>
            </a:r>
            <a:r>
              <a:rPr lang="ko-KR" altLang="en-US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위치에서 생성되어 아래로 떨어집니다</a:t>
            </a:r>
            <a:r>
              <a:rPr lang="en-US" altLang="ko-KR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바구니는 게임 시작 시 하단 중앙에 위치합니다</a:t>
            </a:r>
            <a:r>
              <a:rPr lang="en-US" altLang="ko-KR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ko-KR" altLang="en-US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버튼 → 왼쪽으로 </a:t>
            </a:r>
            <a:r>
              <a:rPr lang="en-US" altLang="ko-KR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ko-KR" altLang="en-US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칸 이동</a:t>
            </a:r>
            <a:r>
              <a:rPr lang="en-US" altLang="ko-KR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 </a:t>
            </a:r>
            <a:r>
              <a:rPr lang="ko-KR" altLang="en-US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버튼 → 오른쪽으로 </a:t>
            </a:r>
            <a:r>
              <a:rPr lang="en-US" altLang="ko-KR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ko-KR" altLang="en-US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칸 이동</a:t>
            </a:r>
            <a:endParaRPr lang="en-US" altLang="ko-KR" sz="2200" b="1" dirty="0">
              <a:solidFill>
                <a:schemeClr val="bg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별을 </a:t>
            </a:r>
            <a:r>
              <a:rPr lang="en-US" altLang="ko-KR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ko-KR" altLang="en-US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개 이상 놓치면 게임이 종료됩니다</a:t>
            </a:r>
            <a:r>
              <a:rPr lang="en-US" altLang="ko-KR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(</a:t>
            </a:r>
            <a:r>
              <a:rPr lang="ko-KR" altLang="en-US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게임이 종료되면 받은 별의 개수</a:t>
            </a:r>
            <a:r>
              <a:rPr lang="en-US" altLang="ko-KR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(Score)</a:t>
            </a:r>
            <a:r>
              <a:rPr lang="ko-KR" altLang="en-US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가 표시</a:t>
            </a:r>
            <a:r>
              <a:rPr lang="en-US" altLang="ko-KR" sz="2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F6C87E1E-3969-43CD-B5C6-81FE286FC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⭐</a:t>
            </a:r>
            <a:r>
              <a:rPr lang="ko-KR" altLang="en-US" sz="2800" dirty="0">
                <a:latin typeface="Arial"/>
                <a:ea typeface="Arial"/>
                <a:cs typeface="Arial"/>
                <a:sym typeface="Arial"/>
              </a:rPr>
              <a:t>떨어지는 별 받기 게임</a:t>
            </a:r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🎮</a:t>
            </a:r>
            <a:endParaRPr lang="en-US" altLang="ko-KR" sz="2800" dirty="0">
              <a:solidFill>
                <a:schemeClr val="bg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Google Shape;411;p23">
            <a:extLst>
              <a:ext uri="{FF2B5EF4-FFF2-40B4-BE49-F238E27FC236}">
                <a16:creationId xmlns:a16="http://schemas.microsoft.com/office/drawing/2014/main" id="{8ADB0E30-3244-438A-84D6-958EC1B057D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2531" y="1925899"/>
            <a:ext cx="2200294" cy="17919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6089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CC1D43-4D21-427B-9C5A-66848F1F5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먼저 알고 가기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86908EF-8E84-4AC3-AFD1-F8A47952C258}"/>
              </a:ext>
            </a:extLst>
          </p:cNvPr>
          <p:cNvSpPr/>
          <p:nvPr/>
        </p:nvSpPr>
        <p:spPr>
          <a:xfrm>
            <a:off x="1200099" y="2913180"/>
            <a:ext cx="6949114" cy="2431106"/>
          </a:xfrm>
          <a:prstGeom prst="roundRect">
            <a:avLst>
              <a:gd name="adj" fmla="val 5794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게임 카테고리에는 점수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목숨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게임종료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..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처럼 </a:t>
            </a:r>
            <a:r>
              <a:rPr lang="ko-KR" altLang="en-US" sz="2000" b="1" dirty="0">
                <a:solidFill>
                  <a:schemeClr val="bg2">
                    <a:lumMod val="75000"/>
                  </a:schemeClr>
                </a:solidFill>
              </a:rPr>
              <a:t>게임에 공통으로 필요한 기능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을 미리 </a:t>
            </a:r>
            <a:r>
              <a:rPr lang="ko-KR" altLang="en-US" sz="2000" dirty="0" err="1">
                <a:solidFill>
                  <a:schemeClr val="bg2">
                    <a:lumMod val="75000"/>
                  </a:schemeClr>
                </a:solidFill>
              </a:rPr>
              <a:t>만들어두었어요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! 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endParaRPr lang="en-US" altLang="ko-KR" sz="2000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우리가 변수를 직접 만들고 조건문을 짤 필요 없이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2000" b="1" i="1" u="sng" dirty="0">
                <a:solidFill>
                  <a:schemeClr val="bg2">
                    <a:lumMod val="75000"/>
                  </a:schemeClr>
                </a:solidFill>
              </a:rPr>
              <a:t>블록만 가져다 놓으면 자동으로 작동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해서 편리합니다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. 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  <a:sym typeface="Wingdings" panose="05000000000000000000" pitchFamily="2" charset="2"/>
              </a:rPr>
              <a:t> 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  <a:sym typeface="Wingdings" panose="05000000000000000000" pitchFamily="2" charset="2"/>
              </a:rPr>
              <a:t>오늘은 이 게임 카테고리의 블록을 사용해 봅시다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  <a:sym typeface="Wingdings" panose="05000000000000000000" pitchFamily="2" charset="2"/>
              </a:rPr>
              <a:t>!</a:t>
            </a:r>
            <a:endParaRPr lang="en-US" altLang="ko-KR" sz="2000" b="1" i="1" dirty="0">
              <a:solidFill>
                <a:srgbClr val="FF0000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37326F2-D045-495C-A57D-154D55480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99" y="2224373"/>
            <a:ext cx="2248214" cy="50489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ACC5CDC-7A46-4331-A2AE-0D680625F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689" y="1809150"/>
            <a:ext cx="1704938" cy="353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665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341FFD5-6A75-41F8-8867-7B4E106173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변수 만들기</a:t>
            </a:r>
            <a:r>
              <a:rPr lang="en-US" altLang="ko-KR" dirty="0"/>
              <a:t>/LED </a:t>
            </a:r>
            <a:r>
              <a:rPr lang="ko-KR" altLang="en-US" dirty="0"/>
              <a:t>알아보기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D703AA-A50E-42A5-B8C5-E3D95F356A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436" b="5677"/>
          <a:stretch/>
        </p:blipFill>
        <p:spPr>
          <a:xfrm>
            <a:off x="7807841" y="2274149"/>
            <a:ext cx="3249130" cy="3003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E2E460-BB29-463C-A397-E215EF3D659E}"/>
              </a:ext>
            </a:extLst>
          </p:cNvPr>
          <p:cNvSpPr txBox="1"/>
          <p:nvPr/>
        </p:nvSpPr>
        <p:spPr>
          <a:xfrm>
            <a:off x="7861867" y="1894847"/>
            <a:ext cx="227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lt"/>
                <a:ea typeface="+mj-ea"/>
              </a:rPr>
              <a:t>**</a:t>
            </a:r>
            <a:r>
              <a:rPr lang="ko-KR" altLang="en-US" b="1" dirty="0">
                <a:latin typeface="+mn-lt"/>
                <a:ea typeface="+mj-ea"/>
              </a:rPr>
              <a:t>마이크로 비트 </a:t>
            </a:r>
            <a:r>
              <a:rPr lang="en-US" altLang="ko-KR" b="1" dirty="0">
                <a:latin typeface="+mn-lt"/>
                <a:ea typeface="+mj-ea"/>
              </a:rPr>
              <a:t>LED</a:t>
            </a:r>
            <a:r>
              <a:rPr lang="ko-KR" altLang="en-US" b="1" dirty="0">
                <a:latin typeface="+mn-lt"/>
                <a:ea typeface="+mj-ea"/>
              </a:rPr>
              <a:t> 좌표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75E75A-6467-4D50-AA29-593AFD2C4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71" y="2274149"/>
            <a:ext cx="1088527" cy="1475558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27B3EF1-4D44-4665-9906-4F814EF4C0BB}"/>
              </a:ext>
            </a:extLst>
          </p:cNvPr>
          <p:cNvSpPr/>
          <p:nvPr/>
        </p:nvSpPr>
        <p:spPr>
          <a:xfrm>
            <a:off x="2453742" y="2803600"/>
            <a:ext cx="4948179" cy="899835"/>
          </a:xfrm>
          <a:prstGeom prst="roundRect">
            <a:avLst>
              <a:gd name="adj" fmla="val 5794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떨어지는 별과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아래쪽에서 별을 받을 바구니를 나타내는 변수를 만들어 봅니다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.</a:t>
            </a:r>
            <a:endParaRPr lang="en-US" altLang="ko-KR" sz="2000" b="1" i="1" dirty="0">
              <a:solidFill>
                <a:srgbClr val="FF0000"/>
              </a:solidFill>
            </a:endParaRPr>
          </a:p>
        </p:txBody>
      </p:sp>
      <p:sp>
        <p:nvSpPr>
          <p:cNvPr id="9" name="별: 꼭짓점 5개 8">
            <a:extLst>
              <a:ext uri="{FF2B5EF4-FFF2-40B4-BE49-F238E27FC236}">
                <a16:creationId xmlns:a16="http://schemas.microsoft.com/office/drawing/2014/main" id="{A2B7B6D3-6518-4188-A540-7F5DDB85D3D4}"/>
              </a:ext>
            </a:extLst>
          </p:cNvPr>
          <p:cNvSpPr/>
          <p:nvPr/>
        </p:nvSpPr>
        <p:spPr>
          <a:xfrm>
            <a:off x="9582843" y="2250470"/>
            <a:ext cx="353127" cy="35312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2E89E66-66F9-4CA8-B212-282B1ADB4313}"/>
              </a:ext>
            </a:extLst>
          </p:cNvPr>
          <p:cNvSpPr/>
          <p:nvPr/>
        </p:nvSpPr>
        <p:spPr>
          <a:xfrm>
            <a:off x="9181932" y="4529907"/>
            <a:ext cx="241161" cy="30777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3E67FF68-DBAA-4E47-A160-B731FB664093}"/>
              </a:ext>
            </a:extLst>
          </p:cNvPr>
          <p:cNvSpPr/>
          <p:nvPr/>
        </p:nvSpPr>
        <p:spPr>
          <a:xfrm>
            <a:off x="9641637" y="2543307"/>
            <a:ext cx="247664" cy="1986600"/>
          </a:xfrm>
          <a:prstGeom prst="downArrow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9B0EC2-D2C8-4F79-980F-F97A459BA75E}"/>
              </a:ext>
            </a:extLst>
          </p:cNvPr>
          <p:cNvSpPr txBox="1"/>
          <p:nvPr/>
        </p:nvSpPr>
        <p:spPr>
          <a:xfrm>
            <a:off x="2758901" y="4964240"/>
            <a:ext cx="8298070" cy="11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dirty="0">
                <a:solidFill>
                  <a:schemeClr val="bg2">
                    <a:lumMod val="75000"/>
                  </a:schemeClr>
                </a:solidFill>
              </a:rPr>
              <a:t>Q. </a:t>
            </a:r>
            <a:r>
              <a:rPr lang="ko-KR" altLang="en-US" sz="2000" b="1" dirty="0">
                <a:solidFill>
                  <a:schemeClr val="bg2">
                    <a:lumMod val="75000"/>
                  </a:schemeClr>
                </a:solidFill>
              </a:rPr>
              <a:t>별의 시작 좌표는</a:t>
            </a:r>
            <a:r>
              <a:rPr lang="en-US" altLang="ko-KR" sz="2000" b="1" dirty="0">
                <a:solidFill>
                  <a:schemeClr val="bg2">
                    <a:lumMod val="75000"/>
                  </a:schemeClr>
                </a:solidFill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en-US" altLang="ko-KR" sz="2000" b="1" dirty="0">
                <a:solidFill>
                  <a:schemeClr val="bg2">
                    <a:lumMod val="75000"/>
                  </a:schemeClr>
                </a:solidFill>
              </a:rPr>
              <a:t>Q. </a:t>
            </a:r>
            <a:r>
              <a:rPr lang="ko-KR" altLang="en-US" sz="2000" b="1" dirty="0">
                <a:solidFill>
                  <a:schemeClr val="bg2">
                    <a:lumMod val="75000"/>
                  </a:schemeClr>
                </a:solidFill>
              </a:rPr>
              <a:t>별이 아래로 떨어지려면 </a:t>
            </a:r>
            <a:r>
              <a:rPr lang="en-US" altLang="ko-KR" sz="2000" b="1" dirty="0">
                <a:solidFill>
                  <a:schemeClr val="bg2">
                    <a:lumMod val="75000"/>
                  </a:schemeClr>
                </a:solidFill>
              </a:rPr>
              <a:t>X,Y </a:t>
            </a:r>
            <a:r>
              <a:rPr lang="ko-KR" altLang="en-US" sz="2000" b="1" dirty="0">
                <a:solidFill>
                  <a:schemeClr val="bg2">
                    <a:lumMod val="75000"/>
                  </a:schemeClr>
                </a:solidFill>
              </a:rPr>
              <a:t>중 어느 좌표를 바꿔야 할까요</a:t>
            </a:r>
            <a:r>
              <a:rPr lang="en-US" altLang="ko-KR" sz="2000" b="1" dirty="0">
                <a:solidFill>
                  <a:schemeClr val="bg2">
                    <a:lumMod val="75000"/>
                  </a:schemeClr>
                </a:solidFill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en-US" altLang="ko-KR" sz="2000" b="1" dirty="0">
                <a:solidFill>
                  <a:schemeClr val="bg2">
                    <a:lumMod val="75000"/>
                  </a:schemeClr>
                </a:solidFill>
              </a:rPr>
              <a:t>Q. </a:t>
            </a:r>
            <a:r>
              <a:rPr lang="ko-KR" altLang="en-US" sz="2000" b="1" dirty="0">
                <a:solidFill>
                  <a:schemeClr val="bg2">
                    <a:lumMod val="75000"/>
                  </a:schemeClr>
                </a:solidFill>
              </a:rPr>
              <a:t>바구니는 좌우로 움직이려면 </a:t>
            </a:r>
            <a:r>
              <a:rPr lang="en-US" altLang="ko-KR" sz="2000" b="1" dirty="0">
                <a:solidFill>
                  <a:schemeClr val="bg2">
                    <a:lumMod val="75000"/>
                  </a:schemeClr>
                </a:solidFill>
              </a:rPr>
              <a:t>X,Y </a:t>
            </a:r>
            <a:r>
              <a:rPr lang="ko-KR" altLang="en-US" sz="2000" b="1" dirty="0">
                <a:solidFill>
                  <a:schemeClr val="bg2">
                    <a:lumMod val="75000"/>
                  </a:schemeClr>
                </a:solidFill>
              </a:rPr>
              <a:t>중 어느 좌표를 </a:t>
            </a:r>
            <a:r>
              <a:rPr lang="ko-KR" altLang="en-US" sz="2000" b="1" dirty="0" err="1">
                <a:solidFill>
                  <a:schemeClr val="bg2">
                    <a:lumMod val="75000"/>
                  </a:schemeClr>
                </a:solidFill>
              </a:rPr>
              <a:t>조정해야할</a:t>
            </a:r>
            <a:r>
              <a:rPr lang="ko-KR" altLang="en-US" sz="2000" b="1" dirty="0">
                <a:solidFill>
                  <a:schemeClr val="bg2">
                    <a:lumMod val="75000"/>
                  </a:schemeClr>
                </a:solidFill>
              </a:rPr>
              <a:t> 까요</a:t>
            </a:r>
            <a:r>
              <a:rPr lang="en-US" altLang="ko-KR" sz="2000" b="1" dirty="0">
                <a:solidFill>
                  <a:schemeClr val="bg2">
                    <a:lumMod val="75000"/>
                  </a:schemeClr>
                </a:solidFill>
              </a:rPr>
              <a:t>?</a:t>
            </a:r>
            <a:endParaRPr lang="en-US" altLang="ko-KR" sz="2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437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B7DE5F-1C5E-4D65-A7FE-9B6DEAEA83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코딩</a:t>
            </a:r>
            <a:r>
              <a:rPr lang="en-US" altLang="ko-KR" dirty="0"/>
              <a:t>_ </a:t>
            </a:r>
            <a:r>
              <a:rPr lang="ko-KR" altLang="en-US" dirty="0" err="1"/>
              <a:t>시작세팅</a:t>
            </a:r>
            <a:r>
              <a:rPr lang="en-US" altLang="ko-KR" dirty="0"/>
              <a:t>/</a:t>
            </a:r>
            <a:r>
              <a:rPr lang="ko-KR" altLang="en-US" dirty="0"/>
              <a:t>바구니 위치 변경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6E573B-B818-4B9B-B137-C1FC1718A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17" y="1989792"/>
            <a:ext cx="7878274" cy="26768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768AAEC-16C0-46DD-B731-AE84C2F65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060" y="4666691"/>
            <a:ext cx="4744112" cy="144800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4223185-BF98-4F09-A964-21DD6F0FE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172" y="4666691"/>
            <a:ext cx="4839375" cy="1505160"/>
          </a:xfrm>
          <a:prstGeom prst="rect">
            <a:avLst/>
          </a:prstGeom>
        </p:spPr>
      </p:pic>
      <p:sp>
        <p:nvSpPr>
          <p:cNvPr id="9" name="Google Shape;463;p90">
            <a:extLst>
              <a:ext uri="{FF2B5EF4-FFF2-40B4-BE49-F238E27FC236}">
                <a16:creationId xmlns:a16="http://schemas.microsoft.com/office/drawing/2014/main" id="{EB53E0B0-CC8C-4472-A61A-E46A53B97D31}"/>
              </a:ext>
            </a:extLst>
          </p:cNvPr>
          <p:cNvSpPr txBox="1"/>
          <p:nvPr/>
        </p:nvSpPr>
        <p:spPr>
          <a:xfrm>
            <a:off x="6888914" y="2337634"/>
            <a:ext cx="2857988" cy="44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아래쪽 중앙에서 시작</a:t>
            </a:r>
            <a:endParaRPr lang="en-US" altLang="ko-KR" sz="2000" b="1" dirty="0">
              <a:solidFill>
                <a:srgbClr val="FF33CC"/>
              </a:solidFill>
              <a:highlight>
                <a:srgbClr val="FFFF00"/>
              </a:highlight>
              <a:latin typeface="+mj-lt"/>
              <a:ea typeface="+mj-ea"/>
              <a:cs typeface="Arial"/>
              <a:sym typeface="Arial"/>
            </a:endParaRPr>
          </a:p>
        </p:txBody>
      </p:sp>
      <p:sp>
        <p:nvSpPr>
          <p:cNvPr id="11" name="Google Shape;463;p90">
            <a:extLst>
              <a:ext uri="{FF2B5EF4-FFF2-40B4-BE49-F238E27FC236}">
                <a16:creationId xmlns:a16="http://schemas.microsoft.com/office/drawing/2014/main" id="{302AAC13-AF13-48A2-ADC6-86BDA11E26A4}"/>
              </a:ext>
            </a:extLst>
          </p:cNvPr>
          <p:cNvSpPr txBox="1"/>
          <p:nvPr/>
        </p:nvSpPr>
        <p:spPr>
          <a:xfrm>
            <a:off x="5459920" y="3625759"/>
            <a:ext cx="2857988" cy="44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altLang="en-US" sz="2000" b="1" dirty="0" err="1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나타는</a:t>
            </a: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 곳이 랜덤</a:t>
            </a:r>
            <a:endParaRPr lang="en-US" altLang="ko-KR" sz="2000" b="1" dirty="0">
              <a:solidFill>
                <a:srgbClr val="FF33CC"/>
              </a:solidFill>
              <a:highlight>
                <a:srgbClr val="FFFF00"/>
              </a:highlight>
              <a:latin typeface="+mj-lt"/>
              <a:ea typeface="+mj-ea"/>
              <a:cs typeface="Arial"/>
              <a:sym typeface="Arial"/>
            </a:endParaRPr>
          </a:p>
        </p:txBody>
      </p:sp>
      <p:sp>
        <p:nvSpPr>
          <p:cNvPr id="12" name="Google Shape;463;p90">
            <a:extLst>
              <a:ext uri="{FF2B5EF4-FFF2-40B4-BE49-F238E27FC236}">
                <a16:creationId xmlns:a16="http://schemas.microsoft.com/office/drawing/2014/main" id="{ED87AF93-B8F2-4B94-BC17-F67369CD54F0}"/>
              </a:ext>
            </a:extLst>
          </p:cNvPr>
          <p:cNvSpPr txBox="1"/>
          <p:nvPr/>
        </p:nvSpPr>
        <p:spPr>
          <a:xfrm>
            <a:off x="8145503" y="3625759"/>
            <a:ext cx="2857988" cy="44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위쪽</a:t>
            </a:r>
            <a:endParaRPr lang="en-US" altLang="ko-KR" sz="2000" b="1" dirty="0">
              <a:solidFill>
                <a:srgbClr val="FF33CC"/>
              </a:solidFill>
              <a:highlight>
                <a:srgbClr val="FFFF00"/>
              </a:highlight>
              <a:latin typeface="+mj-lt"/>
              <a:ea typeface="+mj-ea"/>
              <a:cs typeface="Arial"/>
              <a:sym typeface="Arial"/>
            </a:endParaRPr>
          </a:p>
        </p:txBody>
      </p:sp>
      <p:sp>
        <p:nvSpPr>
          <p:cNvPr id="13" name="Google Shape;463;p90">
            <a:extLst>
              <a:ext uri="{FF2B5EF4-FFF2-40B4-BE49-F238E27FC236}">
                <a16:creationId xmlns:a16="http://schemas.microsoft.com/office/drawing/2014/main" id="{50FA70E1-8636-4A42-9760-C86C8D7A7425}"/>
              </a:ext>
            </a:extLst>
          </p:cNvPr>
          <p:cNvSpPr txBox="1"/>
          <p:nvPr/>
        </p:nvSpPr>
        <p:spPr>
          <a:xfrm>
            <a:off x="3573149" y="5590656"/>
            <a:ext cx="2857988" cy="44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좌우로 움직이게</a:t>
            </a:r>
            <a:endParaRPr lang="en-US" altLang="ko-KR" sz="2000" b="1" dirty="0">
              <a:solidFill>
                <a:srgbClr val="FF33CC"/>
              </a:solidFill>
              <a:highlight>
                <a:srgbClr val="FFFF00"/>
              </a:highlight>
              <a:latin typeface="+mj-lt"/>
              <a:ea typeface="+mj-ea"/>
              <a:cs typeface="Arial"/>
              <a:sym typeface="Arial"/>
            </a:endParaRPr>
          </a:p>
        </p:txBody>
      </p:sp>
      <p:sp>
        <p:nvSpPr>
          <p:cNvPr id="14" name="Google Shape;463;p90">
            <a:extLst>
              <a:ext uri="{FF2B5EF4-FFF2-40B4-BE49-F238E27FC236}">
                <a16:creationId xmlns:a16="http://schemas.microsoft.com/office/drawing/2014/main" id="{CC2A5D10-C130-41D7-8EC8-01360E0DCC4D}"/>
              </a:ext>
            </a:extLst>
          </p:cNvPr>
          <p:cNvSpPr txBox="1"/>
          <p:nvPr/>
        </p:nvSpPr>
        <p:spPr>
          <a:xfrm>
            <a:off x="2517122" y="4266366"/>
            <a:ext cx="2857988" cy="44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en-US" altLang="ko-KR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3</a:t>
            </a: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개 이상 </a:t>
            </a:r>
            <a:r>
              <a:rPr lang="ko-KR" altLang="en-US" sz="2000" b="1" dirty="0" err="1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받지못하면</a:t>
            </a: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 </a:t>
            </a:r>
            <a:r>
              <a:rPr lang="en-US" altLang="ko-KR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Game Over</a:t>
            </a:r>
            <a:endParaRPr lang="en-US" altLang="ko-KR" sz="2000" b="1" dirty="0">
              <a:solidFill>
                <a:srgbClr val="FF33CC"/>
              </a:solidFill>
              <a:highlight>
                <a:srgbClr val="FFFF00"/>
              </a:highlight>
              <a:latin typeface="+mj-lt"/>
              <a:ea typeface="+mj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4968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E3E7DB2-3852-4B12-A1DE-44333929A2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코딩</a:t>
            </a:r>
            <a:r>
              <a:rPr lang="en-US" altLang="ko-KR" dirty="0"/>
              <a:t>_</a:t>
            </a:r>
            <a:r>
              <a:rPr lang="ko-KR" altLang="en-US" dirty="0"/>
              <a:t>떨어지는 별</a:t>
            </a:r>
            <a:r>
              <a:rPr lang="en-US" altLang="ko-KR" dirty="0"/>
              <a:t>/</a:t>
            </a:r>
            <a:r>
              <a:rPr lang="ko-KR" altLang="en-US" dirty="0"/>
              <a:t>바구니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246262-B5FA-453B-9B27-A0315989F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125" y="301451"/>
            <a:ext cx="6172530" cy="6258708"/>
          </a:xfrm>
          <a:prstGeom prst="rect">
            <a:avLst/>
          </a:prstGeom>
        </p:spPr>
      </p:pic>
      <p:sp>
        <p:nvSpPr>
          <p:cNvPr id="5" name="Google Shape;463;p90">
            <a:extLst>
              <a:ext uri="{FF2B5EF4-FFF2-40B4-BE49-F238E27FC236}">
                <a16:creationId xmlns:a16="http://schemas.microsoft.com/office/drawing/2014/main" id="{ED20281B-2BC1-4C17-9F43-F0708CF20109}"/>
              </a:ext>
            </a:extLst>
          </p:cNvPr>
          <p:cNvSpPr txBox="1"/>
          <p:nvPr/>
        </p:nvSpPr>
        <p:spPr>
          <a:xfrm>
            <a:off x="6788431" y="508834"/>
            <a:ext cx="2857988" cy="44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en-US" altLang="ko-KR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LED </a:t>
            </a: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가장 아래쪽으로 가려면 </a:t>
            </a:r>
            <a:r>
              <a:rPr lang="en-US" altLang="ko-KR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4</a:t>
            </a: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번</a:t>
            </a:r>
            <a:endParaRPr lang="en-US" altLang="ko-KR" sz="2000" b="1" dirty="0">
              <a:solidFill>
                <a:srgbClr val="FF33CC"/>
              </a:solidFill>
              <a:highlight>
                <a:srgbClr val="FFFF00"/>
              </a:highlight>
              <a:latin typeface="+mj-lt"/>
              <a:ea typeface="+mj-ea"/>
              <a:cs typeface="Arial"/>
              <a:sym typeface="Arial"/>
            </a:endParaRPr>
          </a:p>
        </p:txBody>
      </p:sp>
      <p:sp>
        <p:nvSpPr>
          <p:cNvPr id="6" name="Google Shape;463;p90">
            <a:extLst>
              <a:ext uri="{FF2B5EF4-FFF2-40B4-BE49-F238E27FC236}">
                <a16:creationId xmlns:a16="http://schemas.microsoft.com/office/drawing/2014/main" id="{037EA644-7531-452D-BF60-E350E3537B92}"/>
              </a:ext>
            </a:extLst>
          </p:cNvPr>
          <p:cNvSpPr txBox="1"/>
          <p:nvPr/>
        </p:nvSpPr>
        <p:spPr>
          <a:xfrm>
            <a:off x="7724602" y="1665939"/>
            <a:ext cx="3770712" cy="44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숫자를 줄이면 </a:t>
            </a:r>
            <a:r>
              <a:rPr lang="ko-KR" altLang="en-US" sz="2000" b="1" dirty="0" err="1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한칸씩</a:t>
            </a: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 내려오는 속도가 짧아져서 빠르게 내려옴</a:t>
            </a:r>
            <a:endParaRPr lang="en-US" altLang="ko-KR" sz="2000" b="1" dirty="0">
              <a:solidFill>
                <a:srgbClr val="FF33CC"/>
              </a:solidFill>
              <a:highlight>
                <a:srgbClr val="FFFF00"/>
              </a:highlight>
              <a:latin typeface="+mj-lt"/>
              <a:ea typeface="+mj-ea"/>
              <a:cs typeface="Arial"/>
              <a:sym typeface="Arial"/>
            </a:endParaRPr>
          </a:p>
        </p:txBody>
      </p:sp>
      <p:sp>
        <p:nvSpPr>
          <p:cNvPr id="7" name="Google Shape;463;p90">
            <a:extLst>
              <a:ext uri="{FF2B5EF4-FFF2-40B4-BE49-F238E27FC236}">
                <a16:creationId xmlns:a16="http://schemas.microsoft.com/office/drawing/2014/main" id="{DD78985C-91F5-4B84-AA87-AE9A0792B151}"/>
              </a:ext>
            </a:extLst>
          </p:cNvPr>
          <p:cNvSpPr txBox="1"/>
          <p:nvPr/>
        </p:nvSpPr>
        <p:spPr>
          <a:xfrm>
            <a:off x="7444922" y="2955944"/>
            <a:ext cx="3770712" cy="44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닿은 별은 점수를 올리고 삭제</a:t>
            </a:r>
            <a:endParaRPr lang="en-US" altLang="ko-KR" sz="2000" b="1" dirty="0">
              <a:solidFill>
                <a:srgbClr val="FF33CC"/>
              </a:solidFill>
              <a:highlight>
                <a:srgbClr val="FFFF00"/>
              </a:highlight>
              <a:latin typeface="+mj-lt"/>
              <a:ea typeface="+mj-e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  <a:cs typeface="Arial"/>
                <a:sym typeface="Arial"/>
              </a:rPr>
              <a:t>다시 새로운 별 등장</a:t>
            </a:r>
            <a:endParaRPr lang="en-US" altLang="ko-KR" sz="2000" b="1" dirty="0">
              <a:solidFill>
                <a:srgbClr val="FF33CC"/>
              </a:solidFill>
              <a:highlight>
                <a:srgbClr val="FFFF00"/>
              </a:highlight>
              <a:latin typeface="+mj-lt"/>
              <a:ea typeface="+mj-ea"/>
              <a:cs typeface="Arial"/>
              <a:sym typeface="Arial"/>
            </a:endParaRPr>
          </a:p>
        </p:txBody>
      </p:sp>
      <p:sp>
        <p:nvSpPr>
          <p:cNvPr id="8" name="Google Shape;463;p90">
            <a:extLst>
              <a:ext uri="{FF2B5EF4-FFF2-40B4-BE49-F238E27FC236}">
                <a16:creationId xmlns:a16="http://schemas.microsoft.com/office/drawing/2014/main" id="{39342614-1A30-444C-B875-B417450E335D}"/>
              </a:ext>
            </a:extLst>
          </p:cNvPr>
          <p:cNvSpPr txBox="1"/>
          <p:nvPr/>
        </p:nvSpPr>
        <p:spPr>
          <a:xfrm>
            <a:off x="7585600" y="4744757"/>
            <a:ext cx="3770712" cy="44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받지 못하면</a:t>
            </a:r>
            <a:r>
              <a:rPr lang="en-US" altLang="ko-KR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, </a:t>
            </a: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점수</a:t>
            </a:r>
            <a:r>
              <a:rPr lang="en-US" altLang="ko-KR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-1 </a:t>
            </a: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라이프</a:t>
            </a:r>
            <a:r>
              <a:rPr lang="en-US" altLang="ko-KR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None/>
            </a:pP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라이프가 </a:t>
            </a:r>
            <a:r>
              <a:rPr lang="en-US" altLang="ko-KR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=0 </a:t>
            </a:r>
            <a:r>
              <a:rPr lang="ko-KR" altLang="en-US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이 되면 자동으로 게임이 종료됩니다</a:t>
            </a:r>
            <a:r>
              <a:rPr lang="en-US" altLang="ko-KR" sz="2000" b="1" dirty="0">
                <a:solidFill>
                  <a:srgbClr val="FF33CC"/>
                </a:solidFill>
                <a:highlight>
                  <a:srgbClr val="FFFF00"/>
                </a:highlight>
                <a:latin typeface="+mj-lt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4985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84611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574</Words>
  <Application>Microsoft Office PowerPoint</Application>
  <PresentationFormat>와이드스크린</PresentationFormat>
  <Paragraphs>112</Paragraphs>
  <Slides>21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21</vt:i4>
      </vt:variant>
    </vt:vector>
  </HeadingPairs>
  <TitlesOfParts>
    <vt:vector size="34" baseType="lpstr">
      <vt:lpstr>KoPub돋움체 Bold</vt:lpstr>
      <vt:lpstr>KoPub돋움체 Medium</vt:lpstr>
      <vt:lpstr>tahom</vt:lpstr>
      <vt:lpstr>thoma</vt:lpstr>
      <vt:lpstr>강원교육튼튼</vt:lpstr>
      <vt:lpstr>Malgun Gothic</vt:lpstr>
      <vt:lpstr>Malgun Gothic</vt:lpstr>
      <vt:lpstr>Arial</vt:lpstr>
      <vt:lpstr>Tahoma</vt:lpstr>
      <vt:lpstr>4_Office 테마</vt:lpstr>
      <vt:lpstr>3_Office 테마</vt:lpstr>
      <vt:lpstr>1_Office 테마</vt:lpstr>
      <vt:lpstr>5_Office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Kim Seonghun</cp:lastModifiedBy>
  <cp:revision>49</cp:revision>
  <dcterms:created xsi:type="dcterms:W3CDTF">2019-08-30T11:09:29Z</dcterms:created>
  <dcterms:modified xsi:type="dcterms:W3CDTF">2026-09-18T06:23:59Z</dcterms:modified>
</cp:coreProperties>
</file>